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1955-40E9-29A3-9E7A-834049CC6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A71D7-E58E-C73B-0EB7-C9FEC4501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66027-512F-1876-0FBF-3F256025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89180-F79C-F46D-2D62-A2E21710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32D65-CEB7-FFB6-B3A7-C9A5F728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6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28B04-A27F-6699-A322-2FAE304C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4C52B-5715-965A-E659-6BE050176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69561-B7AA-762B-C7A1-2C80B8B5E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619F6-4289-FC39-989A-1B801D1A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25E5D-0A84-61B6-7D92-B74595F1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02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FE61-9BB0-7D07-4E9F-7C1E45B0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9D11F-D834-6F63-77A5-DE77A7F44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448B1-7540-DD22-30EE-2D9A350C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6F3B2-4FDC-2B06-9029-6E472E2E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B2AE7-DC28-DDC0-2E9E-B0790C5A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653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8FEA-35EE-5197-E89D-620B07ED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C49A-0727-AEE1-7789-1BFA5B57D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26F4B-C06B-FE46-0A31-73E7756E0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92CE3-280C-17EC-1423-282618E8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70904-9727-5852-2E4E-74CA3E3BA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10A7B-F8EB-9439-70D8-421D8DF16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5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10D1-660C-2DFB-F91E-0B31EDB1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93971-447D-8CE0-5ED1-3014795C6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7504F-1450-2A76-8552-BE63FFD68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8713BA-B87A-13AE-8F7B-D24CA470D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02C95-C5E4-70D5-6542-E3E20F3F5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D0B97-8BE6-E0F8-D8D7-1415FE21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F9D7D-A9E1-3108-45D6-2AE18AF7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1CC513-8545-9190-7737-89273743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0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3027-F398-7316-1C2F-E6AA1E82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496A2-8C53-CBD5-89A4-26B14CA1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3F9B2-DBF8-0F74-7B33-A5FE71DB5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4008E-0170-0581-8FA7-6FC64E4B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94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7F32C-6943-8DAD-A1FC-6B3CA6B4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25BBB-A06F-65CD-88D8-9CC46A22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E6552-9067-1B2A-7FF8-51140E2BC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2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C3A6-8973-94CE-DAE3-37DF69D2C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A9692-015D-EB93-646D-A302C5594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8710D-D73A-9B96-3D9A-8817E9451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680F9-09C3-009D-E94E-6C2068E2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F413B-C6F2-1CD5-5A96-8A404311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F41AD-94A9-CFED-9BAB-11117EAD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88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CB68-2DB3-AEF3-10EA-4BD24A8A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BB0F9-FD93-7A8C-1CE8-0270232FB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A8D61-C4E2-6830-1CF1-EB0F79F17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23AB4-87E0-F1F6-E979-D17C07FC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ACFAB-108D-7FED-65AF-64F2DE94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EB74A-B95C-3B2C-B5B0-4A57531A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38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853F-A6C4-607C-9396-292A1B5A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E7A90-396B-1EC4-E316-CCEAEC9D8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592B8-34CB-3E68-3CBE-3DBADAC4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F7DDF-87C2-1FD4-9AF7-408951A8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7679-FBB8-061A-A728-EEE46231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1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AE510-C7ED-CA00-6C13-58727AE78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32317-BEDC-6699-9F2B-BBD93DBCB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9991-440C-3A96-5643-6E28DCC9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38351-B537-A15F-EF46-28C02664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48BC0-0DE8-9FA9-4EAB-47E1B545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83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E09FC-2501-8D89-1BA1-C60196C7D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0A935-B206-A2B5-43FE-6ED405FA1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D49D-8C73-DC43-DB87-74047C2FA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4287-6A37-446E-A131-7425501F9A5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79468-3122-9057-35FB-D5C422921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B9F48-8605-A8D7-3C40-E58BF471B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03878-50E1-4639-A267-B4B6F10AF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6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3605-FA1C-CCA8-7AC6-0EA43055E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Apache Kafka Deep Dive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AFA4D-3234-0F7C-F8A7-8A36F272B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Event Streaming Backbone for Scalable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170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2591-B5C8-A022-BB51-AE52C7ED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Kafka Exists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C91F4B-6FCB-CEFB-AEEB-EAAE0F761B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561249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systems = tightly coupled + synchronous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Scalability bottlenecks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Data loss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Backpressure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Kafka solves: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High throughput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Decoupling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Real-time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79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0622-F7A6-D690-27E6-9079DA4CF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 What is Kafka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0592D-63B6-DB20-5D0D-94883EEBCC6D}"/>
              </a:ext>
            </a:extLst>
          </p:cNvPr>
          <p:cNvSpPr txBox="1"/>
          <p:nvPr/>
        </p:nvSpPr>
        <p:spPr>
          <a:xfrm>
            <a:off x="245533" y="3244334"/>
            <a:ext cx="61637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EC253CCB-FE5C-C836-9EAA-F11C776C0F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04099"/>
            <a:ext cx="84208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Open-source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event streaming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as both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message queue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 processing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performance, scalability, and durability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volumes of real-time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fault tolerance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replication and acknowledgments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guarantees against message loss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properly configured </a:t>
            </a:r>
          </a:p>
        </p:txBody>
      </p:sp>
    </p:spTree>
    <p:extLst>
      <p:ext uri="{BB962C8B-B14F-4D97-AF65-F5344CB8AC3E}">
        <p14:creationId xmlns:p14="http://schemas.microsoft.com/office/powerpoint/2010/main" val="379292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5A08-BED5-F609-4270-E03490732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8255"/>
            <a:ext cx="10515600" cy="1336412"/>
          </a:xfrm>
        </p:spPr>
        <p:txBody>
          <a:bodyPr/>
          <a:lstStyle/>
          <a:p>
            <a:r>
              <a:rPr lang="en-IN" dirty="0"/>
              <a:t>Core Components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637164-6AF3-A7BF-A17D-EDB2CCA49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8000" y="835098"/>
            <a:ext cx="432323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Producer -&gt; </a:t>
            </a:r>
            <a:r>
              <a:rPr lang="en-IN" sz="1800" dirty="0"/>
              <a:t>sends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Consumer -&gt; </a:t>
            </a:r>
            <a:r>
              <a:rPr lang="en-IN" sz="1800" dirty="0"/>
              <a:t>reads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Broker -&gt; </a:t>
            </a:r>
            <a:r>
              <a:rPr lang="en-IN" sz="1800" dirty="0"/>
              <a:t>server storing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Topic -&gt; </a:t>
            </a:r>
            <a:r>
              <a:rPr lang="en-IN" sz="1800" dirty="0"/>
              <a:t>logical category of messages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Partition -&gt; </a:t>
            </a:r>
            <a:r>
              <a:rPr lang="en-US" sz="1800" dirty="0"/>
              <a:t>split of topic for scalability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Consumer Group -&gt; </a:t>
            </a:r>
            <a:r>
              <a:rPr lang="en-IN" sz="1800" dirty="0"/>
              <a:t>parallel 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0DD77F-CFD5-85EA-60FD-4B5A1B20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733" y="2095956"/>
            <a:ext cx="6454699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8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43A9-2D0A-417A-20C1-4A6D501B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398992"/>
            <a:ext cx="10515600" cy="1325563"/>
          </a:xfrm>
        </p:spPr>
        <p:txBody>
          <a:bodyPr>
            <a:noAutofit/>
          </a:bodyPr>
          <a:lstStyle/>
          <a:p>
            <a:r>
              <a:rPr lang="en-IN" dirty="0"/>
              <a:t>                              How Kafka Works 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FBDDD-1C88-310D-A401-3FE53679C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1913"/>
            <a:ext cx="4557155" cy="25148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66FAD9-F07F-757C-5F5B-334926397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794" y="749051"/>
            <a:ext cx="4282811" cy="2446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C3910E-D8E0-B116-69EE-FE10E36C2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681" y="771913"/>
            <a:ext cx="3937186" cy="24005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87C0F8-3C50-5545-0351-E06995D39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59652"/>
            <a:ext cx="4252328" cy="25681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0B827A-2433-DA23-3201-6C27762A6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5222" y="3545342"/>
            <a:ext cx="4198984" cy="26824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F5A44E-6388-192E-5159-93C08475B8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124" y="3606307"/>
            <a:ext cx="5121084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2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25F7A-21EF-895C-5C5B-5BD632EE7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32" y="0"/>
            <a:ext cx="4968671" cy="23319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830CC-1E35-1A56-41CB-36A35BEB1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386" y="87520"/>
            <a:ext cx="3551228" cy="2263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F81FB0-FAF5-E647-813C-E925166D5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722" y="0"/>
            <a:ext cx="5143946" cy="1988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7B7FF3-1ADC-857A-784A-05AD4BD44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85066"/>
            <a:ext cx="12192000" cy="338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5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6963-66D4-ADA0-C393-F071D8CF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Apache Kafka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24EAE-28B6-8DE8-B414-EDF6B0511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43" y="1690688"/>
            <a:ext cx="3680779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9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99FD-CED1-B6DB-8D23-C94AF2B3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Attributes of Kafka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802B-85DB-711E-AB70-1488B07FD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Scalability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50755-EB0B-8704-1CE9-CEF88EC1D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96" y="2767986"/>
            <a:ext cx="7247248" cy="3177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075AE-A677-C173-9B15-772F98744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570" y="1690688"/>
            <a:ext cx="4054191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0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E662-AE02-C28E-3E90-920FA121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Kafka Fault Tolerance &amp; Durability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89BC9-1E4F-C090-E896-4EE4A2E11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79" y="1270647"/>
            <a:ext cx="5867908" cy="4587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70E366-F32F-EEEE-A0FA-1CDBF18F6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28" y="1213492"/>
            <a:ext cx="5342083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0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64F6-239B-F386-BC46-511D5A6B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18255"/>
            <a:ext cx="10515600" cy="1325563"/>
          </a:xfrm>
        </p:spPr>
        <p:txBody>
          <a:bodyPr/>
          <a:lstStyle/>
          <a:p>
            <a:r>
              <a:rPr lang="en-IN" b="1" dirty="0"/>
              <a:t>Kafka Handling Retries &amp; Errors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2B349-9C82-924F-AF22-7ED722AE6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22" y="1215251"/>
            <a:ext cx="5319221" cy="3208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1EC41-498B-6A95-B4A4-1BBB07967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73" y="1215251"/>
            <a:ext cx="3977985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1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7032-8B63-C9EF-DBA0-3F87071E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Performance Optimizations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315FC-0C4D-4167-7085-49E14849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8" y="898541"/>
            <a:ext cx="7125317" cy="4519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0FE89D-FCDB-DD29-08ED-B8508770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761" y="898541"/>
            <a:ext cx="5044877" cy="470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35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C246-02D3-6889-18BC-00B45676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Kafka Retention Policies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7BE26-ED74-2449-C661-01D612DE1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18" y="1383285"/>
            <a:ext cx="5273497" cy="3871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EB1EA0-3CB1-033E-928B-DFA4F891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573" y="1267650"/>
            <a:ext cx="5921253" cy="53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3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2DEF-07CA-2B43-43EA-9FAA757C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CDC + OUTBOX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06B65-A77D-531E-9C9E-3A6981864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86" y="1424766"/>
            <a:ext cx="5616427" cy="2004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97F8FB-5236-AD75-F819-39F87C669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91" y="3361267"/>
            <a:ext cx="5204911" cy="2613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38E9C3-3BBA-FB61-F7C0-D49FBA5E1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086" y="1542938"/>
            <a:ext cx="3772227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62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09A6-82E1-5572-5108-21F2031C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Outbox</a:t>
            </a:r>
            <a:r>
              <a:rPr lang="fr-FR" dirty="0"/>
              <a:t> Pattern </a:t>
            </a:r>
            <a:r>
              <a:rPr lang="fr-FR" dirty="0" err="1"/>
              <a:t>Implementation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46B67-6DB7-1B52-22DE-6C67A2A8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49" y="1295261"/>
            <a:ext cx="5471634" cy="3200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5FE91F-221E-2FCC-E13A-0DC2AB67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060" y="1358340"/>
            <a:ext cx="6690940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187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Apache Kafka Deep Dive </vt:lpstr>
      <vt:lpstr>Why Kafka Exists</vt:lpstr>
      <vt:lpstr> What is Kafka</vt:lpstr>
      <vt:lpstr>Core Components</vt:lpstr>
      <vt:lpstr>                              How Kafka Works   </vt:lpstr>
      <vt:lpstr>PowerPoint Presentation</vt:lpstr>
      <vt:lpstr>When to use Apache Kafka</vt:lpstr>
      <vt:lpstr>Important Attributes of Kafka</vt:lpstr>
      <vt:lpstr>Kafka Fault Tolerance &amp; Durability </vt:lpstr>
      <vt:lpstr>Kafka Handling Retries &amp; Errors </vt:lpstr>
      <vt:lpstr>Performance Optimizations  </vt:lpstr>
      <vt:lpstr>Kafka Retention Policies </vt:lpstr>
      <vt:lpstr>CDC + OUTBOX</vt:lpstr>
      <vt:lpstr>Outbox Pattern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Chauhan</dc:creator>
  <cp:lastModifiedBy>Shivam Chauhan</cp:lastModifiedBy>
  <cp:revision>1</cp:revision>
  <dcterms:created xsi:type="dcterms:W3CDTF">2026-05-04T07:46:34Z</dcterms:created>
  <dcterms:modified xsi:type="dcterms:W3CDTF">2026-05-04T11:02:49Z</dcterms:modified>
</cp:coreProperties>
</file>