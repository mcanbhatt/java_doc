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CompletableFuture as one of the most important additions to Java 8 for handling asynchronous computations.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 so the audience knows what to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Future had significant drawbacks before CompletableFuture.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CompletableFuture as both a Future and CompletionStage.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different ways to create CompletableFuture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chaining and transformation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orchestration patterns using CompletableFuture.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exception handling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importance of executors and thread pools.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real-world examples where CompletableFuture is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common mistakes developers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session and key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CompletableFuture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powerful API for asynchronous programming in Java</a:t>
            </a:r>
          </a:p>
          <a:p>
            <a:pPr/>
            <a:r>
              <a:t>Introduced in Java 8 as part of java.util.concurrent</a:t>
            </a:r>
          </a:p>
          <a:p>
            <a:pPr/>
            <a:r>
              <a:t>Enables non-blocking, composable, and reactive-style code</a:t>
            </a:r>
          </a:p>
          <a:p>
            <a:pPr/>
            <a:r>
              <a:t>Foundation for modern concurrent Java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Limitations of the traditional Future interface</a:t>
            </a:r>
          </a:p>
          <a:p>
            <a:pPr/>
            <a:r>
              <a:t>CompletableFuture fundamentals and creation</a:t>
            </a:r>
          </a:p>
          <a:p>
            <a:pPr/>
            <a:r>
              <a:t>Chaining, transforming, and combining tasks</a:t>
            </a:r>
          </a:p>
          <a:p>
            <a:pPr/>
            <a:r>
              <a:t>Exception handling strategies</a:t>
            </a:r>
          </a:p>
          <a:p>
            <a:pPr/>
            <a:r>
              <a:t>Async execution and custom executors</a:t>
            </a:r>
          </a:p>
          <a:p>
            <a:pPr/>
            <a:r>
              <a:t>Best practices and common pitfalls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CompletableFuture? Limitations of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Future.get() is blocking — defeats the purpose of async</a:t>
            </a:r>
          </a:p>
          <a:p>
            <a:pPr/>
            <a:r>
              <a:t>No way to chain or combine multiple Futures</a:t>
            </a:r>
          </a:p>
          <a:p>
            <a:pPr/>
            <a:r>
              <a:t>No built-in exception handling mechanism</a:t>
            </a:r>
          </a:p>
          <a:p>
            <a:pPr/>
            <a:r>
              <a:t>Cannot manually complete a Future</a:t>
            </a:r>
          </a:p>
          <a:p>
            <a:pPr/>
            <a:r>
              <a:t>No callback support for completion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What is CompletableFuture?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Implements both Future and CompletionStage interfaces</a:t>
            </a:r>
          </a:p>
          <a:p>
            <a:pPr/>
            <a:r>
              <a:t>Represents a future result that can be explicitly completed</a:t>
            </a:r>
          </a:p>
          <a:p>
            <a:pPr/>
            <a:r>
              <a:t>Supports over 50 methods for composing async pipelines</a:t>
            </a:r>
          </a:p>
          <a:p>
            <a:pPr/>
            <a:r>
              <a:t>Enables non-blocking callback-based programming</a:t>
            </a:r>
          </a:p>
          <a:p>
            <a:pPr/>
            <a:r>
              <a:t>Backed by the common ForkJoinPool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Creating CompletableFutures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supplyAsync(Supplier) — runs async task returning a value</a:t>
            </a:r>
          </a:p>
          <a:p>
            <a:pPr/>
            <a:r>
              <a:t>runAsync(Runnable) — runs async task with no return value</a:t>
            </a:r>
          </a:p>
          <a:p>
            <a:pPr/>
            <a:r>
              <a:t>completedFuture(value) — returns an already-completed instance</a:t>
            </a:r>
          </a:p>
          <a:p>
            <a:pPr/>
            <a:r>
              <a:t>new CompletableFuture&lt;&gt;() — create manually, complete later with complete()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Chaining and Transforming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thenApply(Function) — transforms result synchronously</a:t>
            </a:r>
          </a:p>
          <a:p>
            <a:pPr/>
            <a:r>
              <a:t>thenAccept(Consumer) — consumes result, returns Void</a:t>
            </a:r>
          </a:p>
          <a:p>
            <a:pPr/>
            <a:r>
              <a:t>thenRun(Runnable) — executes action, ignores result</a:t>
            </a:r>
          </a:p>
          <a:p>
            <a:pPr/>
            <a:r>
              <a:t>thenCompose(Function) — flat-maps to another CompletableFuture</a:t>
            </a:r>
          </a:p>
          <a:p>
            <a:pPr/>
            <a:r>
              <a:t>Add Async suffix (e.g., thenApplyAsync) to run on another thread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Combining Multiple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thenCombine — merges results of two independent futures</a:t>
            </a:r>
          </a:p>
          <a:p>
            <a:pPr/>
            <a:r>
              <a:t>allOf(futures...) — completes when all given futures complete</a:t>
            </a:r>
          </a:p>
          <a:p>
            <a:pPr/>
            <a:r>
              <a:t>anyOf(futures...) — completes when any one future completes</a:t>
            </a:r>
          </a:p>
          <a:p>
            <a:pPr/>
            <a:r>
              <a:t>Useful for parallel API calls and fan-out/fan-in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exceptionally(Function) — recover from errors with fallback value</a:t>
            </a:r>
          </a:p>
          <a:p>
            <a:pPr/>
            <a:r>
              <a:t>handle(BiFunction) — process both result and exception</a:t>
            </a:r>
          </a:p>
          <a:p>
            <a:pPr/>
            <a:r>
              <a:t>whenComplete(BiConsumer) — observe outcome without altering it</a:t>
            </a:r>
          </a:p>
          <a:p>
            <a:pPr/>
            <a:r>
              <a:t>Exceptions propagate down the chain until handled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Async Execution and Custom Executors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executor is ForkJoinPool.commonPool()</a:t>
            </a:r>
          </a:p>
          <a:p>
            <a:pPr/>
            <a:r>
              <a:t>Methods with Async suffix accept an optional Executor parameter</a:t>
            </a:r>
          </a:p>
          <a:p>
            <a:pPr/>
            <a:r>
              <a:t>Use custom executors to isolate workloads (e.g., I/O vs CPU)</a:t>
            </a:r>
          </a:p>
          <a:p>
            <a:pPr/>
            <a:r>
              <a:t>Prevents starvation of the common pool by blocking tasks</a:t>
            </a:r>
          </a:p>
          <a:p>
            <a:pPr/>
            <a:r>
              <a:t>Example: supplyAsync(task, Executors.newFixedThreadPool(10))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Parallel REST API calls aggregated into one response</a:t>
            </a:r>
          </a:p>
          <a:p>
            <a:pPr/>
            <a:r>
              <a:t>Asynchronous database queries and caching layers</a:t>
            </a:r>
          </a:p>
          <a:p>
            <a:pPr/>
            <a:r>
              <a:t>Pipeline processing: fetch → transform → enrich → save</a:t>
            </a:r>
          </a:p>
          <a:p>
            <a:pPr/>
            <a:r>
              <a:t>Timeout handling with orTimeout() (Java 9+)</a:t>
            </a:r>
          </a:p>
          <a:p>
            <a:pPr/>
            <a:r>
              <a:t>Microservices orchestration without blocking threads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Common Pitfalls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Calling get() or join() — defeats async benefits</a:t>
            </a:r>
          </a:p>
          <a:p>
            <a:pPr/>
            <a:r>
              <a:t>Forgetting to handle exceptions, leading to silent failures</a:t>
            </a:r>
          </a:p>
          <a:p>
            <a:pPr/>
            <a:r>
              <a:t>Using common pool for blocking I/O operations</a:t>
            </a:r>
          </a:p>
          <a:p>
            <a:pPr/>
            <a:r>
              <a:t>Mixing sync (thenApply) and async (thenApplyAsync) incorrectly</a:t>
            </a:r>
          </a:p>
          <a:p>
            <a:pPr/>
            <a:r>
              <a:t>Ignoring the result of orchestration futures like allOf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Summary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CompletableFuture enables non-blocking, composable async code</a:t>
            </a:r>
          </a:p>
          <a:p>
            <a:pPr/>
            <a:r>
              <a:t>Build pipelines with thenApply, thenCompose, and thenCombine</a:t>
            </a:r>
          </a:p>
          <a:p>
            <a:pPr/>
            <a:r>
              <a:t>Handle errors fluently with exceptionally and handle</a:t>
            </a:r>
          </a:p>
          <a:p>
            <a:pPr/>
            <a:r>
              <a:t>Use custom executors for production-grade workloads</a:t>
            </a:r>
          </a:p>
          <a:p>
            <a:pPr/>
            <a:r>
              <a:t>Avoid blocking calls; design for fully asynchronous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