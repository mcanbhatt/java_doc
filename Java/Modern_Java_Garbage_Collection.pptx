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 Java Garbage Collection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analysis of GC algorithms after Java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JVM Heap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Young Generation: Eden + Survivor spaces</a:t>
            </a:r>
          </a:p>
          <a:p>
            <a:pPr/>
            <a:r>
              <a:t>Old Generation stores long-lived objects</a:t>
            </a:r>
          </a:p>
          <a:p>
            <a:pPr/>
            <a:r>
              <a:t>Minor GC vs Major GC vs Full 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GC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Mark-Sweep</a:t>
            </a:r>
          </a:p>
          <a:p>
            <a:pPr/>
            <a:r>
              <a:t>Mark-Compact</a:t>
            </a:r>
          </a:p>
          <a:p>
            <a:pPr/>
            <a:r>
              <a:t>Copying Algorithm</a:t>
            </a:r>
          </a:p>
          <a:p>
            <a:pPr/>
            <a:r>
              <a:t>Generational Hypothesis: most objects die young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Mark-Sweep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Marks reachable objects</a:t>
            </a:r>
          </a:p>
          <a:p>
            <a:pPr/>
            <a:r>
              <a:t>Sweeps unreachable objects</a:t>
            </a:r>
          </a:p>
          <a:p>
            <a:pPr/>
            <a:r>
              <a:t>Can cause fragmentation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Mark-Compact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Marks live objects</a:t>
            </a:r>
          </a:p>
          <a:p>
            <a:pPr/>
            <a:r>
              <a:t>Moves objects together</a:t>
            </a:r>
          </a:p>
          <a:p>
            <a:pPr/>
            <a:r>
              <a:t>Eliminates fragmentation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Copying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Copies live objects to another space</a:t>
            </a:r>
          </a:p>
          <a:p>
            <a:pPr/>
            <a:r>
              <a:t>Very efficient for Young Gen</a:t>
            </a:r>
          </a:p>
          <a:p>
            <a:pPr/>
            <a:r>
              <a:t>Used heavily in modern collectors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CMS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Concurrent Mark Sweep</a:t>
            </a:r>
          </a:p>
          <a:p>
            <a:pPr/>
            <a:r>
              <a:t>Low pause collector before G1</a:t>
            </a:r>
          </a:p>
          <a:p>
            <a:pPr/>
            <a:r>
              <a:t>Deprecated in Java 9, removed in Java 14</a:t>
            </a:r>
          </a:p>
          <a:p>
            <a:pPr/>
            <a:r>
              <a:t>Problem: fragmentation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G1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Default since Java 9</a:t>
            </a:r>
          </a:p>
          <a:p>
            <a:pPr/>
            <a:r>
              <a:t>Region-based heap</a:t>
            </a:r>
          </a:p>
          <a:p>
            <a:pPr/>
            <a:r>
              <a:t>Garbage-first cleanup strategy</a:t>
            </a:r>
          </a:p>
          <a:p>
            <a:pPr/>
            <a:r>
              <a:t>Balanced latency and throughput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G1 Internal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Initial Mark (STW)</a:t>
            </a:r>
          </a:p>
          <a:p>
            <a:pPr/>
            <a:r>
              <a:t>Concurrent Mark</a:t>
            </a:r>
          </a:p>
          <a:p>
            <a:pPr/>
            <a:r>
              <a:t>Remark</a:t>
            </a:r>
          </a:p>
          <a:p>
            <a:pPr/>
            <a:r>
              <a:t>Cleanup and Evacuation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Ultra-low latency collector</a:t>
            </a:r>
          </a:p>
          <a:p>
            <a:pPr/>
            <a:r>
              <a:t>Sub-millisecond pauses possible</a:t>
            </a:r>
          </a:p>
          <a:p>
            <a:pPr/>
            <a:r>
              <a:t>Uses colored pointers and load barriers</a:t>
            </a:r>
          </a:p>
          <a:p>
            <a:pPr/>
            <a:r>
              <a:t>Designed for huge heaps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Generational ZGC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Introduced in Java 21+</a:t>
            </a:r>
          </a:p>
          <a:p>
            <a:pPr/>
            <a:r>
              <a:t>Young + Old generation support</a:t>
            </a:r>
          </a:p>
          <a:p>
            <a:pPr/>
            <a:r>
              <a:t>Reduced CPU overhead</a:t>
            </a:r>
          </a:p>
          <a:p>
            <a:pPr/>
            <a:r>
              <a:t>Improved scalability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Shenandoah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Concurrent compaction</a:t>
            </a:r>
          </a:p>
          <a:p>
            <a:pPr/>
            <a:r>
              <a:t>Uses Brooks pointers</a:t>
            </a:r>
          </a:p>
          <a:p>
            <a:pPr/>
            <a:r>
              <a:t>Pause times independent of heap size</a:t>
            </a:r>
          </a:p>
          <a:p>
            <a:pPr/>
            <a:r>
              <a:t>Developed by Red Hat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Focuses on throughput</a:t>
            </a:r>
          </a:p>
          <a:p>
            <a:pPr/>
            <a:r>
              <a:t>Uses multiple threads during STW GC</a:t>
            </a:r>
          </a:p>
          <a:p>
            <a:pPr/>
            <a:r>
              <a:t>Good for batch jobs and ETL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Epsilon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No-op garbage collector</a:t>
            </a:r>
          </a:p>
          <a:p>
            <a:pPr/>
            <a:r>
              <a:t>Never frees memory</a:t>
            </a:r>
          </a:p>
          <a:p>
            <a:pPr/>
            <a:r>
              <a:t>Useful for benchmarking and testing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G1: balanced collector</a:t>
            </a:r>
          </a:p>
          <a:p>
            <a:pPr/>
            <a:r>
              <a:t>ZGC/Shenandoah: low latency</a:t>
            </a:r>
          </a:p>
          <a:p>
            <a:pPr/>
            <a:r>
              <a:t>Parallel: high throughput</a:t>
            </a:r>
          </a:p>
          <a:p>
            <a:pPr/>
            <a:r>
              <a:t>CMS: deprecated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Which 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G1 for most enterprise apps</a:t>
            </a:r>
          </a:p>
          <a:p>
            <a:pPr/>
            <a:r>
              <a:t>ZGC for ultra-low latency</a:t>
            </a:r>
          </a:p>
          <a:p>
            <a:pPr/>
            <a:r>
              <a:t>Shenandoah for Red Hat/OpenShift</a:t>
            </a:r>
          </a:p>
          <a:p>
            <a:pPr/>
            <a:r>
              <a:t>Parallel GC for batch processing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JVM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-XX:+UseG1GC</a:t>
            </a:r>
          </a:p>
          <a:p>
            <a:pPr/>
            <a:r>
              <a:t>-XX:+UseZGC</a:t>
            </a:r>
          </a:p>
          <a:p>
            <a:pPr/>
            <a:r>
              <a:t>-XX:+UseShenandoahGC</a:t>
            </a:r>
          </a:p>
          <a:p>
            <a:pPr/>
            <a:r>
              <a:t>-Xlog:gc*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G1 became default?</a:t>
            </a:r>
          </a:p>
          <a:p>
            <a:pPr/>
            <a:r>
              <a:t>Why CMS removed?</a:t>
            </a:r>
          </a:p>
          <a:p>
            <a:pPr/>
            <a:r>
              <a:t>Difference between ZGC and Shenandoah</a:t>
            </a:r>
          </a:p>
          <a:p>
            <a:pPr/>
            <a:r>
              <a:t>How ZGC achieves low pauses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Most apps work well with G1</a:t>
            </a:r>
          </a:p>
          <a:p>
            <a:pPr/>
            <a:r>
              <a:t>Tune only after profiling</a:t>
            </a:r>
          </a:p>
          <a:p>
            <a:pPr/>
            <a:r>
              <a:t>ZGC is best for low latency</a:t>
            </a:r>
          </a:p>
          <a:p>
            <a:pPr/>
            <a:r>
              <a:t>Understand algorithms before 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