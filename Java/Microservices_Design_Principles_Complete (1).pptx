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2" r:id="rId1"/>
  </p:sldMasterIdLst>
  <p:sldIdLst>
    <p:sldId id="256" r:id="rId2"/>
    <p:sldId id="258" r:id="rId3"/>
    <p:sldId id="259" r:id="rId4"/>
    <p:sldId id="260" r:id="rId5"/>
    <p:sldId id="269" r:id="rId6"/>
    <p:sldId id="261" r:id="rId7"/>
    <p:sldId id="270" r:id="rId8"/>
    <p:sldId id="271" r:id="rId9"/>
    <p:sldId id="272" r:id="rId10"/>
    <p:sldId id="262" r:id="rId11"/>
    <p:sldId id="274" r:id="rId12"/>
    <p:sldId id="263" r:id="rId13"/>
    <p:sldId id="264" r:id="rId14"/>
    <p:sldId id="273" r:id="rId15"/>
    <p:sldId id="265" r:id="rId16"/>
    <p:sldId id="267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A7A842-D7AB-BA28-AF30-EACE1A29ED3E}" v="6" dt="2026-05-05T14:21:28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bhav Anand" userId="S::anubhav_anand@epam.com::8c1a40cc-cb1e-4d0b-94b5-d83c62602d59" providerId="AD" clId="Web-{52CB037A-8BD5-18B7-3916-12F4A09E129C}"/>
    <pc:docChg chg="addSld delSld modSld">
      <pc:chgData name="Anubhav Anand" userId="S::anubhav_anand@epam.com::8c1a40cc-cb1e-4d0b-94b5-d83c62602d59" providerId="AD" clId="Web-{52CB037A-8BD5-18B7-3916-12F4A09E129C}" dt="2026-04-28T08:28:18.706" v="497"/>
      <pc:docMkLst>
        <pc:docMk/>
      </pc:docMkLst>
      <pc:sldChg chg="mod setBg">
        <pc:chgData name="Anubhav Anand" userId="S::anubhav_anand@epam.com::8c1a40cc-cb1e-4d0b-94b5-d83c62602d59" providerId="AD" clId="Web-{52CB037A-8BD5-18B7-3916-12F4A09E129C}" dt="2026-04-28T08:28:17.800" v="482"/>
        <pc:sldMkLst>
          <pc:docMk/>
          <pc:sldMk cId="0" sldId="256"/>
        </pc:sldMkLst>
      </pc:sldChg>
      <pc:sldChg chg="mod setBg">
        <pc:chgData name="Anubhav Anand" userId="S::anubhav_anand@epam.com::8c1a40cc-cb1e-4d0b-94b5-d83c62602d59" providerId="AD" clId="Web-{52CB037A-8BD5-18B7-3916-12F4A09E129C}" dt="2026-04-28T08:28:17.831" v="483"/>
        <pc:sldMkLst>
          <pc:docMk/>
          <pc:sldMk cId="0" sldId="258"/>
        </pc:sldMkLst>
      </pc:sldChg>
      <pc:sldChg chg="mod setBg">
        <pc:chgData name="Anubhav Anand" userId="S::anubhav_anand@epam.com::8c1a40cc-cb1e-4d0b-94b5-d83c62602d59" providerId="AD" clId="Web-{52CB037A-8BD5-18B7-3916-12F4A09E129C}" dt="2026-04-28T08:28:17.863" v="484"/>
        <pc:sldMkLst>
          <pc:docMk/>
          <pc:sldMk cId="0" sldId="259"/>
        </pc:sldMkLst>
      </pc:sldChg>
      <pc:sldChg chg="mod setBg">
        <pc:chgData name="Anubhav Anand" userId="S::anubhav_anand@epam.com::8c1a40cc-cb1e-4d0b-94b5-d83c62602d59" providerId="AD" clId="Web-{52CB037A-8BD5-18B7-3916-12F4A09E129C}" dt="2026-04-28T08:28:17.910" v="485"/>
        <pc:sldMkLst>
          <pc:docMk/>
          <pc:sldMk cId="0" sldId="260"/>
        </pc:sldMkLst>
      </pc:sldChg>
      <pc:sldChg chg="addSp delSp modSp mod setBg">
        <pc:chgData name="Anubhav Anand" userId="S::anubhav_anand@epam.com::8c1a40cc-cb1e-4d0b-94b5-d83c62602d59" providerId="AD" clId="Web-{52CB037A-8BD5-18B7-3916-12F4A09E129C}" dt="2026-04-28T08:28:18.050" v="487"/>
        <pc:sldMkLst>
          <pc:docMk/>
          <pc:sldMk cId="0" sldId="261"/>
        </pc:sldMkLst>
        <pc:spChg chg="mod">
          <ac:chgData name="Anubhav Anand" userId="S::anubhav_anand@epam.com::8c1a40cc-cb1e-4d0b-94b5-d83c62602d59" providerId="AD" clId="Web-{52CB037A-8BD5-18B7-3916-12F4A09E129C}" dt="2026-04-28T06:47:10.777" v="478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 setBg">
        <pc:chgData name="Anubhav Anand" userId="S::anubhav_anand@epam.com::8c1a40cc-cb1e-4d0b-94b5-d83c62602d59" providerId="AD" clId="Web-{52CB037A-8BD5-18B7-3916-12F4A09E129C}" dt="2026-04-28T08:28:18.410" v="491"/>
        <pc:sldMkLst>
          <pc:docMk/>
          <pc:sldMk cId="0" sldId="262"/>
        </pc:sldMkLst>
        <pc:spChg chg="mod">
          <ac:chgData name="Anubhav Anand" userId="S::anubhav_anand@epam.com::8c1a40cc-cb1e-4d0b-94b5-d83c62602d59" providerId="AD" clId="Web-{52CB037A-8BD5-18B7-3916-12F4A09E129C}" dt="2026-04-28T06:23:59.392" v="349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Anubhav Anand" userId="S::anubhav_anand@epam.com::8c1a40cc-cb1e-4d0b-94b5-d83c62602d59" providerId="AD" clId="Web-{52CB037A-8BD5-18B7-3916-12F4A09E129C}" dt="2026-04-28T06:24:36.832" v="366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 setBg">
        <pc:chgData name="Anubhav Anand" userId="S::anubhav_anand@epam.com::8c1a40cc-cb1e-4d0b-94b5-d83c62602d59" providerId="AD" clId="Web-{52CB037A-8BD5-18B7-3916-12F4A09E129C}" dt="2026-04-28T08:28:18.425" v="492"/>
        <pc:sldMkLst>
          <pc:docMk/>
          <pc:sldMk cId="0" sldId="263"/>
        </pc:sldMkLst>
        <pc:spChg chg="mod">
          <ac:chgData name="Anubhav Anand" userId="S::anubhav_anand@epam.com::8c1a40cc-cb1e-4d0b-94b5-d83c62602d59" providerId="AD" clId="Web-{52CB037A-8BD5-18B7-3916-12F4A09E129C}" dt="2026-04-28T06:36:54.488" v="454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 setBg">
        <pc:chgData name="Anubhav Anand" userId="S::anubhav_anand@epam.com::8c1a40cc-cb1e-4d0b-94b5-d83c62602d59" providerId="AD" clId="Web-{52CB037A-8BD5-18B7-3916-12F4A09E129C}" dt="2026-04-28T08:28:18.456" v="493"/>
        <pc:sldMkLst>
          <pc:docMk/>
          <pc:sldMk cId="0" sldId="264"/>
        </pc:sldMkLst>
        <pc:spChg chg="mod">
          <ac:chgData name="Anubhav Anand" userId="S::anubhav_anand@epam.com::8c1a40cc-cb1e-4d0b-94b5-d83c62602d59" providerId="AD" clId="Web-{52CB037A-8BD5-18B7-3916-12F4A09E129C}" dt="2026-04-28T06:03:25.148" v="236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Anubhav Anand" userId="S::anubhav_anand@epam.com::8c1a40cc-cb1e-4d0b-94b5-d83c62602d59" providerId="AD" clId="Web-{52CB037A-8BD5-18B7-3916-12F4A09E129C}" dt="2026-04-28T06:03:32.946" v="237" actId="1076"/>
          <ac:spMkLst>
            <pc:docMk/>
            <pc:sldMk cId="0" sldId="264"/>
            <ac:spMk id="3" creationId="{00000000-0000-0000-0000-000000000000}"/>
          </ac:spMkLst>
        </pc:spChg>
      </pc:sldChg>
      <pc:sldChg chg="mod setBg">
        <pc:chgData name="Anubhav Anand" userId="S::anubhav_anand@epam.com::8c1a40cc-cb1e-4d0b-94b5-d83c62602d59" providerId="AD" clId="Web-{52CB037A-8BD5-18B7-3916-12F4A09E129C}" dt="2026-04-28T08:28:18.566" v="495"/>
        <pc:sldMkLst>
          <pc:docMk/>
          <pc:sldMk cId="0" sldId="265"/>
        </pc:sldMkLst>
      </pc:sldChg>
      <pc:sldChg chg="addSp delSp modSp mod setBg">
        <pc:chgData name="Anubhav Anand" userId="S::anubhav_anand@epam.com::8c1a40cc-cb1e-4d0b-94b5-d83c62602d59" providerId="AD" clId="Web-{52CB037A-8BD5-18B7-3916-12F4A09E129C}" dt="2026-04-28T08:28:18.628" v="496"/>
        <pc:sldMkLst>
          <pc:docMk/>
          <pc:sldMk cId="0" sldId="267"/>
        </pc:sldMkLst>
        <pc:picChg chg="mod">
          <ac:chgData name="Anubhav Anand" userId="S::anubhav_anand@epam.com::8c1a40cc-cb1e-4d0b-94b5-d83c62602d59" providerId="AD" clId="Web-{52CB037A-8BD5-18B7-3916-12F4A09E129C}" dt="2026-04-28T06:14:56.770" v="333" actId="14100"/>
          <ac:picMkLst>
            <pc:docMk/>
            <pc:sldMk cId="0" sldId="267"/>
            <ac:picMk id="3" creationId="{00000000-0000-0000-0000-000000000000}"/>
          </ac:picMkLst>
        </pc:picChg>
      </pc:sldChg>
      <pc:sldChg chg="modSp mod setBg">
        <pc:chgData name="Anubhav Anand" userId="S::anubhav_anand@epam.com::8c1a40cc-cb1e-4d0b-94b5-d83c62602d59" providerId="AD" clId="Web-{52CB037A-8BD5-18B7-3916-12F4A09E129C}" dt="2026-04-28T08:28:18.003" v="486"/>
        <pc:sldMkLst>
          <pc:docMk/>
          <pc:sldMk cId="3885548812" sldId="269"/>
        </pc:sldMkLst>
        <pc:spChg chg="mod">
          <ac:chgData name="Anubhav Anand" userId="S::anubhav_anand@epam.com::8c1a40cc-cb1e-4d0b-94b5-d83c62602d59" providerId="AD" clId="Web-{52CB037A-8BD5-18B7-3916-12F4A09E129C}" dt="2026-04-28T05:32:07.686" v="138" actId="20577"/>
          <ac:spMkLst>
            <pc:docMk/>
            <pc:sldMk cId="3885548812" sldId="269"/>
            <ac:spMk id="3" creationId="{03035D30-F293-9825-F881-E9DD7C12E5B3}"/>
          </ac:spMkLst>
        </pc:spChg>
      </pc:sldChg>
      <pc:sldChg chg="addSp delSp modSp new mod setBg">
        <pc:chgData name="Anubhav Anand" userId="S::anubhav_anand@epam.com::8c1a40cc-cb1e-4d0b-94b5-d83c62602d59" providerId="AD" clId="Web-{52CB037A-8BD5-18B7-3916-12F4A09E129C}" dt="2026-04-28T08:28:18.175" v="488"/>
        <pc:sldMkLst>
          <pc:docMk/>
          <pc:sldMk cId="3412801193" sldId="270"/>
        </pc:sldMkLst>
        <pc:picChg chg="add mod">
          <ac:chgData name="Anubhav Anand" userId="S::anubhav_anand@epam.com::8c1a40cc-cb1e-4d0b-94b5-d83c62602d59" providerId="AD" clId="Web-{52CB037A-8BD5-18B7-3916-12F4A09E129C}" dt="2026-04-28T06:49:06.201" v="481"/>
          <ac:picMkLst>
            <pc:docMk/>
            <pc:sldMk cId="3412801193" sldId="270"/>
            <ac:picMk id="8" creationId="{8DEBC0FE-57C6-A015-CE5D-271BDEC77544}"/>
          </ac:picMkLst>
        </pc:picChg>
      </pc:sldChg>
      <pc:sldChg chg="addSp delSp modSp new mod setBg">
        <pc:chgData name="Anubhav Anand" userId="S::anubhav_anand@epam.com::8c1a40cc-cb1e-4d0b-94b5-d83c62602d59" providerId="AD" clId="Web-{52CB037A-8BD5-18B7-3916-12F4A09E129C}" dt="2026-04-28T08:28:18.300" v="489"/>
        <pc:sldMkLst>
          <pc:docMk/>
          <pc:sldMk cId="3190205973" sldId="271"/>
        </pc:sldMkLst>
        <pc:picChg chg="add mod">
          <ac:chgData name="Anubhav Anand" userId="S::anubhav_anand@epam.com::8c1a40cc-cb1e-4d0b-94b5-d83c62602d59" providerId="AD" clId="Web-{52CB037A-8BD5-18B7-3916-12F4A09E129C}" dt="2026-04-28T05:43:25.913" v="177" actId="1076"/>
          <ac:picMkLst>
            <pc:docMk/>
            <pc:sldMk cId="3190205973" sldId="271"/>
            <ac:picMk id="7" creationId="{00978FC8-09B8-A4A2-C692-F60A725A3434}"/>
          </ac:picMkLst>
        </pc:picChg>
      </pc:sldChg>
      <pc:sldChg chg="delSp modSp new mod setBg">
        <pc:chgData name="Anubhav Anand" userId="S::anubhav_anand@epam.com::8c1a40cc-cb1e-4d0b-94b5-d83c62602d59" providerId="AD" clId="Web-{52CB037A-8BD5-18B7-3916-12F4A09E129C}" dt="2026-04-28T08:28:18.378" v="490"/>
        <pc:sldMkLst>
          <pc:docMk/>
          <pc:sldMk cId="1840022656" sldId="272"/>
        </pc:sldMkLst>
        <pc:spChg chg="mod">
          <ac:chgData name="Anubhav Anand" userId="S::anubhav_anand@epam.com::8c1a40cc-cb1e-4d0b-94b5-d83c62602d59" providerId="AD" clId="Web-{52CB037A-8BD5-18B7-3916-12F4A09E129C}" dt="2026-04-28T05:51:57.378" v="219" actId="20577"/>
          <ac:spMkLst>
            <pc:docMk/>
            <pc:sldMk cId="1840022656" sldId="272"/>
            <ac:spMk id="3" creationId="{E3C0C859-0075-B8BA-3660-D90EFA355E85}"/>
          </ac:spMkLst>
        </pc:spChg>
      </pc:sldChg>
      <pc:sldChg chg="addSp delSp modSp new mod setBg modClrScheme chgLayout">
        <pc:chgData name="Anubhav Anand" userId="S::anubhav_anand@epam.com::8c1a40cc-cb1e-4d0b-94b5-d83c62602d59" providerId="AD" clId="Web-{52CB037A-8BD5-18B7-3916-12F4A09E129C}" dt="2026-04-28T08:28:18.550" v="494"/>
        <pc:sldMkLst>
          <pc:docMk/>
          <pc:sldMk cId="1794305046" sldId="273"/>
        </pc:sldMkLst>
        <pc:spChg chg="mod ord modVis">
          <ac:chgData name="Anubhav Anand" userId="S::anubhav_anand@epam.com::8c1a40cc-cb1e-4d0b-94b5-d83c62602d59" providerId="AD" clId="Web-{52CB037A-8BD5-18B7-3916-12F4A09E129C}" dt="2026-04-28T06:08:21.096" v="248"/>
          <ac:spMkLst>
            <pc:docMk/>
            <pc:sldMk cId="1794305046" sldId="273"/>
            <ac:spMk id="4" creationId="{47EB9796-9510-901A-82DE-4679A6EDE922}"/>
          </ac:spMkLst>
        </pc:spChg>
        <pc:spChg chg="mod">
          <ac:chgData name="Anubhav Anand" userId="S::anubhav_anand@epam.com::8c1a40cc-cb1e-4d0b-94b5-d83c62602d59" providerId="AD" clId="Web-{52CB037A-8BD5-18B7-3916-12F4A09E129C}" dt="2026-04-28T06:08:21.096" v="248"/>
          <ac:spMkLst>
            <pc:docMk/>
            <pc:sldMk cId="1794305046" sldId="273"/>
            <ac:spMk id="5" creationId="{D40BF056-5C0F-306D-9D8A-D8D1F846C54F}"/>
          </ac:spMkLst>
        </pc:spChg>
        <pc:spChg chg="mod modVis">
          <ac:chgData name="Anubhav Anand" userId="S::anubhav_anand@epam.com::8c1a40cc-cb1e-4d0b-94b5-d83c62602d59" providerId="AD" clId="Web-{52CB037A-8BD5-18B7-3916-12F4A09E129C}" dt="2026-04-28T06:08:21.096" v="248"/>
          <ac:spMkLst>
            <pc:docMk/>
            <pc:sldMk cId="1794305046" sldId="273"/>
            <ac:spMk id="6" creationId="{9C1B889B-F2AE-4DF3-1361-860597EF366A}"/>
          </ac:spMkLst>
        </pc:spChg>
        <pc:spChg chg="add mod">
          <ac:chgData name="Anubhav Anand" userId="S::anubhav_anand@epam.com::8c1a40cc-cb1e-4d0b-94b5-d83c62602d59" providerId="AD" clId="Web-{52CB037A-8BD5-18B7-3916-12F4A09E129C}" dt="2026-04-28T06:13:17.203" v="323" actId="20577"/>
          <ac:spMkLst>
            <pc:docMk/>
            <pc:sldMk cId="1794305046" sldId="273"/>
            <ac:spMk id="19" creationId="{4743B5AD-B7AF-5192-EF69-A8C03CAA0441}"/>
          </ac:spMkLst>
        </pc:spChg>
        <pc:spChg chg="add mod">
          <ac:chgData name="Anubhav Anand" userId="S::anubhav_anand@epam.com::8c1a40cc-cb1e-4d0b-94b5-d83c62602d59" providerId="AD" clId="Web-{52CB037A-8BD5-18B7-3916-12F4A09E129C}" dt="2026-04-28T06:08:41.706" v="266" actId="20577"/>
          <ac:spMkLst>
            <pc:docMk/>
            <pc:sldMk cId="1794305046" sldId="273"/>
            <ac:spMk id="20" creationId="{C5B4E2AA-EB58-DD23-DC27-BA7835AF66F8}"/>
          </ac:spMkLst>
        </pc:spChg>
        <pc:spChg chg="add mod">
          <ac:chgData name="Anubhav Anand" userId="S::anubhav_anand@epam.com::8c1a40cc-cb1e-4d0b-94b5-d83c62602d59" providerId="AD" clId="Web-{52CB037A-8BD5-18B7-3916-12F4A09E129C}" dt="2026-04-28T06:12:55.732" v="321" actId="14100"/>
          <ac:spMkLst>
            <pc:docMk/>
            <pc:sldMk cId="1794305046" sldId="273"/>
            <ac:spMk id="21" creationId="{6D8813D3-911D-75AA-D303-76289E3CDA72}"/>
          </ac:spMkLst>
        </pc:spChg>
        <pc:spChg chg="add mod">
          <ac:chgData name="Anubhav Anand" userId="S::anubhav_anand@epam.com::8c1a40cc-cb1e-4d0b-94b5-d83c62602d59" providerId="AD" clId="Web-{52CB037A-8BD5-18B7-3916-12F4A09E129C}" dt="2026-04-28T06:12:55.732" v="321" actId="14100"/>
          <ac:spMkLst>
            <pc:docMk/>
            <pc:sldMk cId="1794305046" sldId="273"/>
            <ac:spMk id="22" creationId="{BF16713C-8300-10B6-621D-8BD05AEB1D40}"/>
          </ac:spMkLst>
        </pc:spChg>
        <pc:spChg chg="add mod">
          <ac:chgData name="Anubhav Anand" userId="S::anubhav_anand@epam.com::8c1a40cc-cb1e-4d0b-94b5-d83c62602d59" providerId="AD" clId="Web-{52CB037A-8BD5-18B7-3916-12F4A09E129C}" dt="2026-04-28T06:08:21.096" v="248"/>
          <ac:spMkLst>
            <pc:docMk/>
            <pc:sldMk cId="1794305046" sldId="273"/>
            <ac:spMk id="23" creationId="{C4BF5356-F9C3-C6D2-9F62-71C785DA76E3}"/>
          </ac:spMkLst>
        </pc:spChg>
      </pc:sldChg>
      <pc:sldChg chg="addSp modSp new mod setBg">
        <pc:chgData name="Anubhav Anand" userId="S::anubhav_anand@epam.com::8c1a40cc-cb1e-4d0b-94b5-d83c62602d59" providerId="AD" clId="Web-{52CB037A-8BD5-18B7-3916-12F4A09E129C}" dt="2026-04-28T08:28:18.706" v="497"/>
        <pc:sldMkLst>
          <pc:docMk/>
          <pc:sldMk cId="4031228917" sldId="274"/>
        </pc:sldMkLst>
        <pc:spChg chg="mod">
          <ac:chgData name="Anubhav Anand" userId="S::anubhav_anand@epam.com::8c1a40cc-cb1e-4d0b-94b5-d83c62602d59" providerId="AD" clId="Web-{52CB037A-8BD5-18B7-3916-12F4A09E129C}" dt="2026-04-28T06:31:25.081" v="440" actId="1076"/>
          <ac:spMkLst>
            <pc:docMk/>
            <pc:sldMk cId="4031228917" sldId="274"/>
            <ac:spMk id="2" creationId="{E877215E-CA8D-AE46-77F5-265AAC695A80}"/>
          </ac:spMkLst>
        </pc:spChg>
        <pc:spChg chg="mod">
          <ac:chgData name="Anubhav Anand" userId="S::anubhav_anand@epam.com::8c1a40cc-cb1e-4d0b-94b5-d83c62602d59" providerId="AD" clId="Web-{52CB037A-8BD5-18B7-3916-12F4A09E129C}" dt="2026-04-28T06:34:32.678" v="444" actId="14100"/>
          <ac:spMkLst>
            <pc:docMk/>
            <pc:sldMk cId="4031228917" sldId="274"/>
            <ac:spMk id="3" creationId="{EFA726E0-9CA5-05CA-C36C-268AC55C9D34}"/>
          </ac:spMkLst>
        </pc:spChg>
        <pc:picChg chg="add mod">
          <ac:chgData name="Anubhav Anand" userId="S::anubhav_anand@epam.com::8c1a40cc-cb1e-4d0b-94b5-d83c62602d59" providerId="AD" clId="Web-{52CB037A-8BD5-18B7-3916-12F4A09E129C}" dt="2026-04-28T06:36:29.754" v="448" actId="14100"/>
          <ac:picMkLst>
            <pc:docMk/>
            <pc:sldMk cId="4031228917" sldId="274"/>
            <ac:picMk id="7" creationId="{699C8B25-955F-3D43-39F0-36573DFED3A6}"/>
          </ac:picMkLst>
        </pc:picChg>
      </pc:sldChg>
    </pc:docChg>
  </pc:docChgLst>
  <pc:docChgLst>
    <pc:chgData name="Anubhav Anand" userId="S::anubhav_anand@epam.com::8c1a40cc-cb1e-4d0b-94b5-d83c62602d59" providerId="AD" clId="Web-{98A7A842-D7AB-BA28-AF30-EACE1A29ED3E}"/>
    <pc:docChg chg="modSld">
      <pc:chgData name="Anubhav Anand" userId="S::anubhav_anand@epam.com::8c1a40cc-cb1e-4d0b-94b5-d83c62602d59" providerId="AD" clId="Web-{98A7A842-D7AB-BA28-AF30-EACE1A29ED3E}" dt="2026-05-05T14:21:28.260" v="5" actId="20577"/>
      <pc:docMkLst>
        <pc:docMk/>
      </pc:docMkLst>
      <pc:sldChg chg="modSp">
        <pc:chgData name="Anubhav Anand" userId="S::anubhav_anand@epam.com::8c1a40cc-cb1e-4d0b-94b5-d83c62602d59" providerId="AD" clId="Web-{98A7A842-D7AB-BA28-AF30-EACE1A29ED3E}" dt="2026-05-05T14:21:28.260" v="5" actId="20577"/>
        <pc:sldMkLst>
          <pc:docMk/>
          <pc:sldMk cId="0" sldId="265"/>
        </pc:sldMkLst>
        <pc:spChg chg="mod">
          <ac:chgData name="Anubhav Anand" userId="S::anubhav_anand@epam.com::8c1a40cc-cb1e-4d0b-94b5-d83c62602d59" providerId="AD" clId="Web-{98A7A842-D7AB-BA28-AF30-EACE1A29ED3E}" dt="2026-05-05T14:21:28.260" v="5" actId="20577"/>
          <ac:spMkLst>
            <pc:docMk/>
            <pc:sldMk cId="0" sldId="265"/>
            <ac:spMk id="3" creationId="{00000000-0000-0000-0000-000000000000}"/>
          </ac:spMkLst>
        </pc:spChg>
      </pc:sldChg>
    </pc:docChg>
  </pc:docChgLst>
  <pc:docChgLst>
    <pc:chgData name="Anubhav Anand" userId="S::anubhav_anand@epam.com::8c1a40cc-cb1e-4d0b-94b5-d83c62602d59" providerId="AD" clId="Web-{61E6840D-285B-A473-291B-083A8E7ECCFC}"/>
    <pc:docChg chg="mod addSld delSld modSld addMainMaster delMainMaster modMainMaster">
      <pc:chgData name="Anubhav Anand" userId="S::anubhav_anand@epam.com::8c1a40cc-cb1e-4d0b-94b5-d83c62602d59" providerId="AD" clId="Web-{61E6840D-285B-A473-291B-083A8E7ECCFC}" dt="2026-04-28T05:11:46.148" v="305" actId="20577"/>
      <pc:docMkLst>
        <pc:docMk/>
      </pc:docMkLst>
      <pc:sldChg chg="delSp modSp mod setBg modClrScheme chgLayout">
        <pc:chgData name="Anubhav Anand" userId="S::anubhav_anand@epam.com::8c1a40cc-cb1e-4d0b-94b5-d83c62602d59" providerId="AD" clId="Web-{61E6840D-285B-A473-291B-083A8E7ECCFC}" dt="2026-04-28T04:56:01.944" v="130"/>
        <pc:sldMkLst>
          <pc:docMk/>
          <pc:sldMk cId="0" sldId="256"/>
        </pc:sldMkLst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56"/>
            <ac:spMk id="2" creationId="{00000000-0000-0000-0000-000000000000}"/>
          </ac:spMkLst>
        </pc:spChg>
      </pc:sldChg>
      <pc:sldChg chg="modSp mod setBg modClrScheme chgLayout">
        <pc:chgData name="Anubhav Anand" userId="S::anubhav_anand@epam.com::8c1a40cc-cb1e-4d0b-94b5-d83c62602d59" providerId="AD" clId="Web-{61E6840D-285B-A473-291B-083A8E7ECCFC}" dt="2026-04-28T04:56:01.944" v="130"/>
        <pc:sldMkLst>
          <pc:docMk/>
          <pc:sldMk cId="0" sldId="258"/>
        </pc:sldMkLst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58"/>
            <ac:spMk id="2" creationId="{00000000-0000-0000-0000-000000000000}"/>
          </ac:spMkLst>
        </pc:spChg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58"/>
            <ac:spMk id="3" creationId="{00000000-0000-0000-0000-000000000000}"/>
          </ac:spMkLst>
        </pc:spChg>
      </pc:sldChg>
      <pc:sldChg chg="modSp mod setBg modClrScheme chgLayout">
        <pc:chgData name="Anubhav Anand" userId="S::anubhav_anand@epam.com::8c1a40cc-cb1e-4d0b-94b5-d83c62602d59" providerId="AD" clId="Web-{61E6840D-285B-A473-291B-083A8E7ECCFC}" dt="2026-04-28T04:56:01.944" v="130"/>
        <pc:sldMkLst>
          <pc:docMk/>
          <pc:sldMk cId="0" sldId="259"/>
        </pc:sldMkLst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59"/>
            <ac:spMk id="2" creationId="{00000000-0000-0000-0000-000000000000}"/>
          </ac:spMkLst>
        </pc:spChg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59"/>
            <ac:spMk id="3" creationId="{00000000-0000-0000-0000-000000000000}"/>
          </ac:spMkLst>
        </pc:spChg>
      </pc:sldChg>
      <pc:sldChg chg="modSp mod setBg modClrScheme chgLayout">
        <pc:chgData name="Anubhav Anand" userId="S::anubhav_anand@epam.com::8c1a40cc-cb1e-4d0b-94b5-d83c62602d59" providerId="AD" clId="Web-{61E6840D-285B-A473-291B-083A8E7ECCFC}" dt="2026-04-28T05:09:56.881" v="280" actId="20577"/>
        <pc:sldMkLst>
          <pc:docMk/>
          <pc:sldMk cId="0" sldId="260"/>
        </pc:sldMkLst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0"/>
            <ac:spMk id="2" creationId="{00000000-0000-0000-0000-000000000000}"/>
          </ac:spMkLst>
        </pc:spChg>
        <pc:spChg chg="mod ord">
          <ac:chgData name="Anubhav Anand" userId="S::anubhav_anand@epam.com::8c1a40cc-cb1e-4d0b-94b5-d83c62602d59" providerId="AD" clId="Web-{61E6840D-285B-A473-291B-083A8E7ECCFC}" dt="2026-04-28T05:09:56.881" v="280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 setBg modClrScheme chgLayout">
        <pc:chgData name="Anubhav Anand" userId="S::anubhav_anand@epam.com::8c1a40cc-cb1e-4d0b-94b5-d83c62602d59" providerId="AD" clId="Web-{61E6840D-285B-A473-291B-083A8E7ECCFC}" dt="2026-04-28T04:56:01.944" v="130"/>
        <pc:sldMkLst>
          <pc:docMk/>
          <pc:sldMk cId="0" sldId="261"/>
        </pc:sldMkLst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1"/>
            <ac:spMk id="3" creationId="{00000000-0000-0000-0000-000000000000}"/>
          </ac:spMkLst>
        </pc:spChg>
      </pc:sldChg>
      <pc:sldChg chg="modSp mod setBg modClrScheme chgLayout">
        <pc:chgData name="Anubhav Anand" userId="S::anubhav_anand@epam.com::8c1a40cc-cb1e-4d0b-94b5-d83c62602d59" providerId="AD" clId="Web-{61E6840D-285B-A473-291B-083A8E7ECCFC}" dt="2026-04-28T04:56:01.944" v="130"/>
        <pc:sldMkLst>
          <pc:docMk/>
          <pc:sldMk cId="0" sldId="262"/>
        </pc:sldMkLst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2"/>
            <ac:spMk id="2" creationId="{00000000-0000-0000-0000-000000000000}"/>
          </ac:spMkLst>
        </pc:spChg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2"/>
            <ac:spMk id="3" creationId="{00000000-0000-0000-0000-000000000000}"/>
          </ac:spMkLst>
        </pc:spChg>
      </pc:sldChg>
      <pc:sldChg chg="modSp mod setBg modClrScheme chgLayout">
        <pc:chgData name="Anubhav Anand" userId="S::anubhav_anand@epam.com::8c1a40cc-cb1e-4d0b-94b5-d83c62602d59" providerId="AD" clId="Web-{61E6840D-285B-A473-291B-083A8E7ECCFC}" dt="2026-04-28T04:56:01.944" v="130"/>
        <pc:sldMkLst>
          <pc:docMk/>
          <pc:sldMk cId="0" sldId="263"/>
        </pc:sldMkLst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3"/>
            <ac:spMk id="2" creationId="{00000000-0000-0000-0000-000000000000}"/>
          </ac:spMkLst>
        </pc:spChg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3"/>
            <ac:spMk id="3" creationId="{00000000-0000-0000-0000-000000000000}"/>
          </ac:spMkLst>
        </pc:spChg>
      </pc:sldChg>
      <pc:sldChg chg="modSp mod setBg modClrScheme chgLayout">
        <pc:chgData name="Anubhav Anand" userId="S::anubhav_anand@epam.com::8c1a40cc-cb1e-4d0b-94b5-d83c62602d59" providerId="AD" clId="Web-{61E6840D-285B-A473-291B-083A8E7ECCFC}" dt="2026-04-28T04:56:01.944" v="130"/>
        <pc:sldMkLst>
          <pc:docMk/>
          <pc:sldMk cId="0" sldId="264"/>
        </pc:sldMkLst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4"/>
            <ac:spMk id="2" creationId="{00000000-0000-0000-0000-000000000000}"/>
          </ac:spMkLst>
        </pc:spChg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4"/>
            <ac:spMk id="3" creationId="{00000000-0000-0000-0000-000000000000}"/>
          </ac:spMkLst>
        </pc:spChg>
      </pc:sldChg>
      <pc:sldChg chg="modSp mod setBg modClrScheme chgLayout">
        <pc:chgData name="Anubhav Anand" userId="S::anubhav_anand@epam.com::8c1a40cc-cb1e-4d0b-94b5-d83c62602d59" providerId="AD" clId="Web-{61E6840D-285B-A473-291B-083A8E7ECCFC}" dt="2026-04-28T04:56:01.944" v="130"/>
        <pc:sldMkLst>
          <pc:docMk/>
          <pc:sldMk cId="0" sldId="265"/>
        </pc:sldMkLst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5"/>
            <ac:spMk id="2" creationId="{00000000-0000-0000-0000-000000000000}"/>
          </ac:spMkLst>
        </pc:spChg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5"/>
            <ac:spMk id="3" creationId="{00000000-0000-0000-0000-000000000000}"/>
          </ac:spMkLst>
        </pc:spChg>
      </pc:sldChg>
      <pc:sldChg chg="modSp mod setBg modClrScheme chgLayout">
        <pc:chgData name="Anubhav Anand" userId="S::anubhav_anand@epam.com::8c1a40cc-cb1e-4d0b-94b5-d83c62602d59" providerId="AD" clId="Web-{61E6840D-285B-A473-291B-083A8E7ECCFC}" dt="2026-04-28T04:56:01.944" v="130"/>
        <pc:sldMkLst>
          <pc:docMk/>
          <pc:sldMk cId="0" sldId="267"/>
        </pc:sldMkLst>
      </pc:sldChg>
      <pc:sldChg chg="delSp modSp new">
        <pc:chgData name="Anubhav Anand" userId="S::anubhav_anand@epam.com::8c1a40cc-cb1e-4d0b-94b5-d83c62602d59" providerId="AD" clId="Web-{61E6840D-285B-A473-291B-083A8E7ECCFC}" dt="2026-04-28T05:11:46.148" v="305" actId="20577"/>
        <pc:sldMkLst>
          <pc:docMk/>
          <pc:sldMk cId="3885548812" sldId="269"/>
        </pc:sldMkLst>
        <pc:spChg chg="mod">
          <ac:chgData name="Anubhav Anand" userId="S::anubhav_anand@epam.com::8c1a40cc-cb1e-4d0b-94b5-d83c62602d59" providerId="AD" clId="Web-{61E6840D-285B-A473-291B-083A8E7ECCFC}" dt="2026-04-28T05:11:46.148" v="305" actId="20577"/>
          <ac:spMkLst>
            <pc:docMk/>
            <pc:sldMk cId="3885548812" sldId="269"/>
            <ac:spMk id="3" creationId="{03035D30-F293-9825-F881-E9DD7C12E5B3}"/>
          </ac:spMkLst>
        </pc:spChg>
      </pc:sldChg>
      <pc:sldMasterChg chg="add addSldLayout modSldLayout">
        <pc:chgData name="Anubhav Anand" userId="S::anubhav_anand@epam.com::8c1a40cc-cb1e-4d0b-94b5-d83c62602d59" providerId="AD" clId="Web-{61E6840D-285B-A473-291B-083A8E7ECCFC}" dt="2026-04-28T04:56:01.944" v="130"/>
        <pc:sldMasterMkLst>
          <pc:docMk/>
          <pc:sldMasterMk cId="1282756044" sldId="2147483852"/>
        </pc:sldMasterMkLst>
        <pc:sldLayoutChg chg="add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282756044" sldId="2147483852"/>
            <pc:sldLayoutMk cId="1768758876" sldId="2147483853"/>
          </pc:sldLayoutMkLst>
        </pc:sldLayoutChg>
        <pc:sldLayoutChg chg="add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282756044" sldId="2147483852"/>
            <pc:sldLayoutMk cId="2829156021" sldId="2147483854"/>
          </pc:sldLayoutMkLst>
        </pc:sldLayoutChg>
        <pc:sldLayoutChg chg="add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282756044" sldId="2147483852"/>
            <pc:sldLayoutMk cId="3532174455" sldId="2147483855"/>
          </pc:sldLayoutMkLst>
        </pc:sldLayoutChg>
        <pc:sldLayoutChg chg="add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282756044" sldId="2147483852"/>
            <pc:sldLayoutMk cId="2725351454" sldId="2147483856"/>
          </pc:sldLayoutMkLst>
        </pc:sldLayoutChg>
        <pc:sldLayoutChg chg="add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282756044" sldId="2147483852"/>
            <pc:sldLayoutMk cId="3120962094" sldId="2147483857"/>
          </pc:sldLayoutMkLst>
        </pc:sldLayoutChg>
        <pc:sldLayoutChg chg="add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282756044" sldId="2147483852"/>
            <pc:sldLayoutMk cId="1629204426" sldId="2147483858"/>
          </pc:sldLayoutMkLst>
        </pc:sldLayoutChg>
        <pc:sldLayoutChg chg="add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282756044" sldId="2147483852"/>
            <pc:sldLayoutMk cId="708908718" sldId="2147483859"/>
          </pc:sldLayoutMkLst>
        </pc:sldLayoutChg>
        <pc:sldLayoutChg chg="add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282756044" sldId="2147483852"/>
            <pc:sldLayoutMk cId="2992337947" sldId="2147483860"/>
          </pc:sldLayoutMkLst>
        </pc:sldLayoutChg>
        <pc:sldLayoutChg chg="add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282756044" sldId="2147483852"/>
            <pc:sldLayoutMk cId="3624075243" sldId="2147483861"/>
          </pc:sldLayoutMkLst>
        </pc:sldLayoutChg>
        <pc:sldLayoutChg chg="add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282756044" sldId="2147483852"/>
            <pc:sldLayoutMk cId="1865779735" sldId="2147483862"/>
          </pc:sldLayoutMkLst>
        </pc:sldLayoutChg>
        <pc:sldLayoutChg chg="add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282756044" sldId="2147483852"/>
            <pc:sldLayoutMk cId="3296352461" sldId="214748386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6443" y="1122363"/>
            <a:ext cx="5691116" cy="2621154"/>
          </a:xfrm>
        </p:spPr>
        <p:txBody>
          <a:bodyPr anchor="b">
            <a:normAutofit/>
          </a:bodyPr>
          <a:lstStyle>
            <a:lvl1pPr algn="ctr">
              <a:defRPr sz="53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443" y="3843709"/>
            <a:ext cx="5691116" cy="1414091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609585" indent="0" algn="ctr">
              <a:buNone/>
              <a:defRPr sz="2400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758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156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36" y="553617"/>
            <a:ext cx="6204855" cy="4008859"/>
          </a:xfr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535" y="4589464"/>
            <a:ext cx="6204855" cy="1384617"/>
          </a:xfrm>
        </p:spPr>
        <p:txBody>
          <a:bodyPr anchor="b">
            <a:normAutofit/>
          </a:bodyPr>
          <a:lstStyle>
            <a:lvl1pPr marL="0" indent="0">
              <a:buNone/>
              <a:defRPr sz="2667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174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48640"/>
            <a:ext cx="8055864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9486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351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47396"/>
            <a:ext cx="8059341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685735"/>
            <a:ext cx="386834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667" b="1" cap="all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1" y="2386895"/>
            <a:ext cx="3868340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5735"/>
            <a:ext cx="3887391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667" b="1" cap="all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386895"/>
            <a:ext cx="3887392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962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04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908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870" y="553617"/>
            <a:ext cx="2696726" cy="1757505"/>
          </a:xfrm>
        </p:spPr>
        <p:txBody>
          <a:bodyPr anchor="t">
            <a:normAutofit/>
          </a:bodyPr>
          <a:lstStyle>
            <a:lvl1pPr>
              <a:defRPr sz="37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1031" y="553616"/>
            <a:ext cx="4709806" cy="5486400"/>
          </a:xfrm>
        </p:spPr>
        <p:txBody>
          <a:bodyPr>
            <a:normAutofit/>
          </a:bodyPr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7870" y="2311122"/>
            <a:ext cx="2696726" cy="3728895"/>
          </a:xfrm>
        </p:spPr>
        <p:txBody>
          <a:bodyPr anchor="t">
            <a:normAutofit/>
          </a:bodyPr>
          <a:lstStyle>
            <a:lvl1pPr marL="0" indent="0">
              <a:buNone/>
              <a:defRPr sz="2400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337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770" y="557785"/>
            <a:ext cx="2696726" cy="2212313"/>
          </a:xfrm>
        </p:spPr>
        <p:txBody>
          <a:bodyPr anchor="t">
            <a:normAutofit/>
          </a:bodyPr>
          <a:lstStyle>
            <a:lvl1pPr>
              <a:defRPr sz="37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97490" y="657103"/>
            <a:ext cx="4862765" cy="5555904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1" y="2826137"/>
            <a:ext cx="2689190" cy="3434638"/>
          </a:xfrm>
        </p:spPr>
        <p:txBody>
          <a:bodyPr anchor="b"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075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48640"/>
            <a:ext cx="78867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9486" y="1680899"/>
            <a:ext cx="78867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779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26166" y="578497"/>
            <a:ext cx="1535278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578498"/>
            <a:ext cx="6597516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352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48640"/>
            <a:ext cx="7990184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9486" y="1715532"/>
            <a:ext cx="7990184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870" y="6453003"/>
            <a:ext cx="2620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7391" y="6453003"/>
            <a:ext cx="21040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4122" y="6453003"/>
            <a:ext cx="3219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756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Microservices Design Principles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Principles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89185"/>
            <a:ext cx="8229600" cy="5009539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dirty="0">
                <a:ea typeface="+mn-lt"/>
                <a:cs typeface="+mn-lt"/>
              </a:rPr>
              <a:t>Microservices design principles are a set of guidelines for building systems as a collection of small, independent services, each focused on a specific </a:t>
            </a:r>
            <a:r>
              <a:rPr lang="en-US">
                <a:ea typeface="+mn-lt"/>
                <a:cs typeface="+mn-lt"/>
              </a:rPr>
              <a:t>business capability.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They emphasize loose coupling, high cohesion, and clear ownership of data and functionality.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>
                <a:ea typeface="+mn-lt"/>
                <a:cs typeface="+mn-lt"/>
              </a:rPr>
              <a:t>These principles ensure services can be developed, deployed, and scaled independently.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>
                <a:ea typeface="+mn-lt"/>
                <a:cs typeface="+mn-lt"/>
              </a:rPr>
              <a:t>They also promote resilience, fault isolation, and efficient communication between services.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>
                <a:ea typeface="+mn-lt"/>
                <a:cs typeface="+mn-lt"/>
              </a:rPr>
              <a:t>Overall, they help manage the complexity of distributed systems while maintaining flexibility and reliability.</a:t>
            </a:r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12529"/>
                </a:solidFill>
              </a:rPr>
              <a:t>Single </a:t>
            </a:r>
            <a:r>
              <a:rPr lang="en-US">
                <a:solidFill>
                  <a:srgbClr val="212529"/>
                </a:solidFill>
              </a:rPr>
              <a:t>Responsibility Principle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The Single Responsibility Principle (SRP) states that a service should have only one reason to change, meaning it </a:t>
            </a:r>
            <a:r>
              <a:rPr lang="en-US">
                <a:ea typeface="Calibri"/>
                <a:cs typeface="Calibri"/>
              </a:rPr>
              <a:t>should focus on a single business capability.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This principle ensures that each microservice is focused on a specific functionality, making it easier to understand, develop, and maintain.</a:t>
            </a:r>
          </a:p>
          <a:p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Following SRP in Prac</a:t>
            </a:r>
            <a:r>
              <a:rPr lang="en-US" b="0">
                <a:ea typeface="+mj-lt"/>
                <a:cs typeface="+mj-lt"/>
              </a:rPr>
              <a:t>tice</a:t>
            </a:r>
            <a:endParaRPr lang="en-US" b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486" y="1302293"/>
            <a:ext cx="7990184" cy="500706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n-US"/>
              <a:t> Define service boundaries by business capability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 Start from domain, not code.</a:t>
            </a:r>
            <a:endParaRPr lang="en-US"/>
          </a:p>
          <a:p>
            <a:pPr lvl="2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✅ </a:t>
            </a:r>
            <a:r>
              <a:rPr lang="en-US">
                <a:latin typeface="Consolas"/>
              </a:rPr>
              <a:t>Order Service</a:t>
            </a:r>
            <a:r>
              <a:rPr lang="en-US">
                <a:ea typeface="+mn-lt"/>
                <a:cs typeface="+mn-lt"/>
              </a:rPr>
              <a:t> → create/update/cancel orders </a:t>
            </a:r>
            <a:endParaRPr lang="en-US"/>
          </a:p>
          <a:p>
            <a:pPr lvl="2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✅ </a:t>
            </a:r>
            <a:r>
              <a:rPr lang="en-US">
                <a:latin typeface="Consolas"/>
              </a:rPr>
              <a:t>Payment Service</a:t>
            </a:r>
            <a:r>
              <a:rPr lang="en-US">
                <a:ea typeface="+mn-lt"/>
                <a:cs typeface="+mn-lt"/>
              </a:rPr>
              <a:t> → handle payments </a:t>
            </a:r>
            <a:endParaRPr lang="en-US"/>
          </a:p>
          <a:p>
            <a:pPr lvl="2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❌ One service doing orders + payments + notifications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2.</a:t>
            </a:r>
            <a:r>
              <a:rPr lang="en-US"/>
              <a:t>     Give each service a single reason to change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 Ask a simple test: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  “Why would I modify this service?”</a:t>
            </a:r>
            <a:endParaRPr lang="en-US"/>
          </a:p>
          <a:p>
            <a:pPr lvl="3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If answers are multiple → it violates SRP </a:t>
            </a:r>
            <a:endParaRPr lang="en-US"/>
          </a:p>
          <a:p>
            <a:pPr lvl="3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Example: </a:t>
            </a:r>
            <a:endParaRPr lang="en-US"/>
          </a:p>
          <a:p>
            <a:pPr marL="1200150" lvl="3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Order logic change ❌ </a:t>
            </a:r>
            <a:endParaRPr lang="en-US"/>
          </a:p>
          <a:p>
            <a:pPr marL="1200150" lvl="3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Payment gateway change ❌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→ Split them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35D30-F293-9825-F881-E9DD7C12E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486" y="326348"/>
            <a:ext cx="7990184" cy="59830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3. </a:t>
            </a:r>
            <a:r>
              <a:rPr lang="en-US" sz="2400"/>
              <a:t>Keep data ownership aligned</a:t>
            </a:r>
          </a:p>
          <a:p>
            <a:pPr>
              <a:buNone/>
            </a:pPr>
            <a:r>
              <a:rPr lang="en-US" sz="2100"/>
              <a:t>  </a:t>
            </a:r>
            <a:r>
              <a:rPr lang="en-US" sz="1800"/>
              <a:t>SRP breaks instantly if data is shared.</a:t>
            </a:r>
          </a:p>
          <a:p>
            <a:pPr marL="971550" lvl="2" indent="-285750"/>
            <a:r>
              <a:rPr lang="en-US"/>
              <a:t>Each service owns its database/schema </a:t>
            </a:r>
          </a:p>
          <a:p>
            <a:pPr marL="971550" lvl="2" indent="-285750"/>
            <a:r>
              <a:rPr lang="en-US"/>
              <a:t>No cross-service table access </a:t>
            </a:r>
          </a:p>
          <a:p>
            <a:pPr marL="971550" lvl="3" indent="-285750"/>
            <a:r>
              <a:rPr lang="en-US" sz="1600"/>
              <a:t>Communicate via APIs/events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4.   </a:t>
            </a:r>
            <a:r>
              <a:rPr lang="en-US" sz="2400" dirty="0"/>
              <a:t>Avoid “utility” or “god” services</a:t>
            </a:r>
            <a:r>
              <a:rPr lang="en-US" sz="2800" dirty="0"/>
              <a:t>  </a:t>
            </a:r>
          </a:p>
          <a:p>
            <a:pPr lvl="2">
              <a:buNone/>
            </a:pPr>
            <a:r>
              <a:rPr lang="en-US">
                <a:ea typeface="+mn-lt"/>
                <a:cs typeface="+mn-lt"/>
              </a:rPr>
              <a:t>These are silent SRP killers.</a:t>
            </a:r>
            <a:endParaRPr lang="en-US"/>
          </a:p>
          <a:p>
            <a:pPr lvl="3" indent="-285750"/>
            <a:r>
              <a:rPr lang="en-US" sz="1600">
                <a:ea typeface="+mn-lt"/>
                <a:cs typeface="+mn-lt"/>
              </a:rPr>
              <a:t>❌ </a:t>
            </a:r>
            <a:r>
              <a:rPr lang="en-US" sz="1600">
                <a:latin typeface="Consolas"/>
              </a:rPr>
              <a:t>Common Service</a:t>
            </a:r>
            <a:r>
              <a:rPr lang="en-US" sz="1600">
                <a:ea typeface="+mn-lt"/>
                <a:cs typeface="+mn-lt"/>
              </a:rPr>
              <a:t> doing email + logging + validation </a:t>
            </a:r>
            <a:endParaRPr lang="en-US" sz="1600"/>
          </a:p>
          <a:p>
            <a:pPr lvl="3" indent="-285750"/>
            <a:r>
              <a:rPr lang="en-US" sz="1600">
                <a:ea typeface="+mn-lt"/>
                <a:cs typeface="+mn-lt"/>
              </a:rPr>
              <a:t>❌ </a:t>
            </a:r>
            <a:r>
              <a:rPr lang="en-US" sz="1600">
                <a:latin typeface="Consolas"/>
              </a:rPr>
              <a:t>User Service</a:t>
            </a:r>
            <a:r>
              <a:rPr lang="en-US" sz="1600">
                <a:ea typeface="+mn-lt"/>
                <a:cs typeface="+mn-lt"/>
              </a:rPr>
              <a:t> handling auth + profile + analytics </a:t>
            </a:r>
            <a:endParaRPr lang="en-US" sz="1600"/>
          </a:p>
          <a:p>
            <a:pPr indent="0">
              <a:buNone/>
            </a:pPr>
            <a:r>
              <a:rPr lang="en-US" sz="1600">
                <a:ea typeface="+mn-lt"/>
                <a:cs typeface="+mn-lt"/>
              </a:rPr>
              <a:t> Instead:</a:t>
            </a:r>
            <a:endParaRPr lang="en-US" sz="1600"/>
          </a:p>
          <a:p>
            <a:pPr lvl="4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Auth Service </a:t>
            </a:r>
            <a:endParaRPr lang="en-US" sz="1600"/>
          </a:p>
          <a:p>
            <a:pPr lvl="4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Profile Service </a:t>
            </a:r>
            <a:endParaRPr lang="en-US" sz="1600"/>
          </a:p>
          <a:p>
            <a:pPr lvl="4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Notification Service</a:t>
            </a:r>
          </a:p>
          <a:p>
            <a:pPr marL="0" indent="0">
              <a:buNone/>
            </a:pPr>
            <a:endParaRPr lang="en-US" dirty="0"/>
          </a:p>
          <a:p>
            <a:pPr marL="457200" lvl="2" indent="0">
              <a:buNone/>
            </a:pPr>
            <a:endParaRPr lang="en-US" dirty="0"/>
          </a:p>
          <a:p>
            <a:pPr marL="457200" lvl="2" indent="0">
              <a:buNone/>
            </a:pPr>
            <a:endParaRPr lang="en-US" dirty="0"/>
          </a:p>
          <a:p>
            <a:pPr marL="457200" lvl="2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B5C83-D3EE-7DAD-7A4F-EB0CA799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6F0EC-78CE-41F5-85C7-36CAD5BB1E3E}" type="datetime1"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B66A6-DB20-86C5-7373-AA8B4A2B3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6A214-CAC4-E68C-9A76-F4BF8E23A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548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486" y="431856"/>
            <a:ext cx="7990184" cy="58775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5. Keep APIs focused and minimal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  If your service exposes unrelated endpoints, it’s</a:t>
            </a:r>
            <a:r>
              <a:rPr lang="en-US">
                <a:ea typeface="+mn-lt"/>
                <a:cs typeface="+mn-lt"/>
              </a:rPr>
              <a:t> already drifting.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❌ </a:t>
            </a:r>
            <a:r>
              <a:rPr lang="en-US" dirty="0">
                <a:latin typeface="Consolas"/>
              </a:rPr>
              <a:t>/</a:t>
            </a:r>
            <a:r>
              <a:rPr lang="en-US" dirty="0" err="1">
                <a:latin typeface="Consolas"/>
              </a:rPr>
              <a:t>createOrder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>
                <a:latin typeface="Consolas"/>
              </a:rPr>
              <a:t>/</a:t>
            </a:r>
            <a:r>
              <a:rPr lang="en-US" dirty="0" err="1">
                <a:latin typeface="Consolas"/>
              </a:rPr>
              <a:t>processPayment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>
                <a:latin typeface="Consolas"/>
              </a:rPr>
              <a:t>/</a:t>
            </a:r>
            <a:r>
              <a:rPr lang="en-US" dirty="0" err="1">
                <a:latin typeface="Consolas"/>
              </a:rPr>
              <a:t>sendEmail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✅ Only endpoints relevant to that service’s role</a:t>
            </a:r>
            <a:endParaRPr lang="en-US"/>
          </a:p>
          <a:p>
            <a:pPr lvl="2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6. Watch for growth signals (when to split)</a:t>
            </a:r>
            <a:endParaRPr lang="en-US" dirty="0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  Even a clean service can drift over time.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  Split when you see: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Too many APIs 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Frequent unrelated changes 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Multiple teams modifying same service 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Complex conditional logic (“if payment type… if email type…”)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A5F4E-3775-B300-9750-AD53B6B7E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D541-35DE-449B-852E-CC8198AC6D14}" type="datetime1"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3EBCD-44AE-7065-5D95-A505F3DF6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0A150-996A-FD0C-39BC-2B2EE5541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7</a:t>
            </a:fld>
            <a:endParaRPr lang="en-US" dirty="0"/>
          </a:p>
        </p:txBody>
      </p:sp>
      <p:pic>
        <p:nvPicPr>
          <p:cNvPr id="8" name="Picture 7" descr="A screenshot of a black screen">
            <a:extLst>
              <a:ext uri="{FF2B5EF4-FFF2-40B4-BE49-F238E27FC236}">
                <a16:creationId xmlns:a16="http://schemas.microsoft.com/office/drawing/2014/main" id="{8DEBC0FE-57C6-A015-CE5D-271BDEC77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4924"/>
            <a:ext cx="9144000" cy="590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801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A84FB-A038-D509-EA79-5E4F45037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C701F-ABCB-48E1-B9A8-8AAD409DE0B8}" type="datetime1"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26D0A-45FB-CEEA-2EF0-798E35FB1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FF687-7C77-3888-A303-7E648292F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8</a:t>
            </a:fld>
            <a:endParaRPr lang="en-US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978FC8-09B8-A4A2-C692-F60A725A3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7268"/>
            <a:ext cx="9144000" cy="497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205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0C859-0075-B8BA-3660-D90EFA355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486" y="651663"/>
            <a:ext cx="7990184" cy="5657697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212529"/>
                </a:solidFill>
              </a:rPr>
              <a:t>Advantages</a:t>
            </a:r>
            <a:r>
              <a:rPr lang="en-US" sz="2800" dirty="0">
                <a:solidFill>
                  <a:srgbClr val="212529"/>
                </a:solidFill>
              </a:rPr>
              <a:t> </a:t>
            </a:r>
            <a:r>
              <a:rPr lang="en-US" sz="2800" b="1">
                <a:solidFill>
                  <a:srgbClr val="212529"/>
                </a:solidFill>
              </a:rPr>
              <a:t>and</a:t>
            </a:r>
            <a:r>
              <a:rPr lang="en-US" sz="2800" dirty="0">
                <a:solidFill>
                  <a:srgbClr val="212529"/>
                </a:solidFill>
              </a:rPr>
              <a:t> </a:t>
            </a:r>
            <a:r>
              <a:rPr lang="en-US" sz="2800" b="1">
                <a:solidFill>
                  <a:srgbClr val="212529"/>
                </a:solidFill>
              </a:rPr>
              <a:t>Challenges</a:t>
            </a:r>
            <a:endParaRPr lang="en-US" sz="2800" b="1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2800" b="1" dirty="0">
              <a:solidFill>
                <a:srgbClr val="212529"/>
              </a:solidFill>
              <a:ea typeface="+mn-lt"/>
              <a:cs typeface="+mn-lt"/>
            </a:endParaRPr>
          </a:p>
          <a:p>
            <a:r>
              <a:rPr lang="en-US" sz="2400" b="1">
                <a:solidFill>
                  <a:srgbClr val="212529"/>
                </a:solidFill>
                <a:ea typeface="+mn-lt"/>
                <a:cs typeface="+mn-lt"/>
              </a:rPr>
              <a:t>Advantages:</a:t>
            </a:r>
            <a:endParaRPr lang="en-US" sz="24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>
                <a:solidFill>
                  <a:srgbClr val="212529"/>
                </a:solidFill>
                <a:ea typeface="+mn-lt"/>
                <a:cs typeface="+mn-lt"/>
              </a:rPr>
              <a:t>Clarity and Simplicity:</a:t>
            </a:r>
            <a:r>
              <a:rPr lang="en-US" sz="2000">
                <a:solidFill>
                  <a:srgbClr val="212529"/>
                </a:solidFill>
                <a:ea typeface="+mn-lt"/>
                <a:cs typeface="+mn-lt"/>
              </a:rPr>
              <a:t> Services with a single responsibility are easier to understand and manage.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 dirty="0">
                <a:solidFill>
                  <a:srgbClr val="212529"/>
                </a:solidFill>
                <a:ea typeface="+mn-lt"/>
                <a:cs typeface="+mn-lt"/>
              </a:rPr>
              <a:t>Improved Maintainability:</a:t>
            </a:r>
            <a:r>
              <a:rPr lang="en-US" sz="2000" dirty="0">
                <a:solidFill>
                  <a:srgbClr val="212529"/>
                </a:solidFill>
                <a:ea typeface="+mn-lt"/>
                <a:cs typeface="+mn-lt"/>
              </a:rPr>
              <a:t> Changes in one service do not impact others, reducing the risk of unintended side effects.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>
                <a:solidFill>
                  <a:srgbClr val="212529"/>
                </a:solidFill>
                <a:ea typeface="+mn-lt"/>
                <a:cs typeface="+mn-lt"/>
              </a:rPr>
              <a:t>Enhanced Testability:</a:t>
            </a:r>
            <a:r>
              <a:rPr lang="en-US" sz="2000">
                <a:solidFill>
                  <a:srgbClr val="212529"/>
                </a:solidFill>
                <a:ea typeface="+mn-lt"/>
                <a:cs typeface="+mn-lt"/>
              </a:rPr>
              <a:t> Focused services allow for more targeted and effective testing.</a:t>
            </a:r>
            <a:endParaRPr lang="en-US" sz="2000"/>
          </a:p>
          <a:p>
            <a:pPr marL="228600" lvl="1" indent="0">
              <a:buNone/>
            </a:pPr>
            <a:endParaRPr lang="en-US" sz="2000" dirty="0">
              <a:solidFill>
                <a:srgbClr val="212529"/>
              </a:solidFill>
              <a:ea typeface="+mn-lt"/>
              <a:cs typeface="+mn-lt"/>
            </a:endParaRPr>
          </a:p>
          <a:p>
            <a:r>
              <a:rPr lang="en-US" sz="2800" b="1">
                <a:solidFill>
                  <a:srgbClr val="212529"/>
                </a:solidFill>
                <a:ea typeface="+mn-lt"/>
                <a:cs typeface="+mn-lt"/>
              </a:rPr>
              <a:t>Challenges: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 dirty="0">
                <a:solidFill>
                  <a:srgbClr val="212529"/>
                </a:solidFill>
                <a:ea typeface="+mn-lt"/>
                <a:cs typeface="+mn-lt"/>
              </a:rPr>
              <a:t>Granularity Balance:</a:t>
            </a:r>
            <a:r>
              <a:rPr lang="en-US" sz="2000" dirty="0">
                <a:solidFill>
                  <a:srgbClr val="212529"/>
                </a:solidFill>
                <a:ea typeface="+mn-lt"/>
                <a:cs typeface="+mn-lt"/>
              </a:rPr>
              <a:t> Determining the right level of granularity can be challenging. Too fine-grained services may lead to increased complexity and communication overhead.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 dirty="0">
                <a:solidFill>
                  <a:srgbClr val="212529"/>
                </a:solidFill>
                <a:ea typeface="+mn-lt"/>
                <a:cs typeface="+mn-lt"/>
              </a:rPr>
              <a:t>Domain Understanding:</a:t>
            </a:r>
            <a:r>
              <a:rPr lang="en-US" sz="2000" dirty="0">
                <a:solidFill>
                  <a:srgbClr val="212529"/>
                </a:solidFill>
                <a:ea typeface="+mn-lt"/>
                <a:cs typeface="+mn-lt"/>
              </a:rPr>
              <a:t> Requires a deep understanding of the business domain to identify appropriate service boundaries.</a:t>
            </a:r>
            <a:endParaRPr lang="en-US" sz="200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A9A65-8104-3000-8C1C-C237F97C8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1C9AB-F3D7-4D62-BB65-A47081E33BEE}" type="datetime1"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A2353-762A-2A85-F060-1AEEEA17F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3E138-E7F5-CB99-2EFA-5F9C59756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022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Loose Coupling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486" y="1677432"/>
            <a:ext cx="7990184" cy="4946253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>
                <a:ea typeface="+mn-lt"/>
                <a:cs typeface="+mn-lt"/>
              </a:rPr>
              <a:t>Loose coupling in microservices means designing services so they have minimal dependencies on each other’s internal logic, data, or implementation.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Each service communicates through well-defined APIs or events rather than direct access to another service’s database or code.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This ensures that changes in one service have little to no impact on others.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It improves flexibility, allowing services to be developed, deployed, and scaled independently.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Overall, it enhances system resilience by preventing failures from spreading across services.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7215E-CA8D-AE46-77F5-265AAC695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786" y="144194"/>
            <a:ext cx="7990184" cy="798151"/>
          </a:xfrm>
        </p:spPr>
        <p:txBody>
          <a:bodyPr/>
          <a:lstStyle/>
          <a:p>
            <a:pPr algn="ctr"/>
            <a:r>
              <a:rPr lang="en-US" sz="3200" dirty="0"/>
              <a:t>Following Loose Coupling in Prac</a:t>
            </a:r>
            <a:r>
              <a:rPr lang="en-US" sz="3200"/>
              <a:t>tice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726E0-9CA5-05CA-C36C-268AC55C9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486" y="853887"/>
            <a:ext cx="7990184" cy="59390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1. </a:t>
            </a:r>
            <a:r>
              <a:rPr lang="en-US" b="1">
                <a:ea typeface="+mn-lt"/>
                <a:cs typeface="+mn-lt"/>
              </a:rPr>
              <a:t>API-first contracts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Stable, versioned APIs (</a:t>
            </a:r>
            <a:r>
              <a:rPr lang="en-US">
                <a:latin typeface="Consolas"/>
              </a:rPr>
              <a:t>/v1/payments</a:t>
            </a:r>
            <a:r>
              <a:rPr lang="en-US">
                <a:ea typeface="+mn-lt"/>
                <a:cs typeface="+mn-lt"/>
              </a:rPr>
              <a:t>) 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Don’t expose internal models</a:t>
            </a:r>
            <a:endParaRPr lang="en-US" dirty="0"/>
          </a:p>
          <a:p>
            <a:pPr marL="0" indent="0">
              <a:buNone/>
            </a:pPr>
            <a:r>
              <a:rPr lang="en-US"/>
              <a:t>2. </a:t>
            </a:r>
            <a:r>
              <a:rPr lang="en-US" b="1">
                <a:ea typeface="+mn-lt"/>
                <a:cs typeface="+mn-lt"/>
              </a:rPr>
              <a:t>Event-driven communication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Publish events like </a:t>
            </a:r>
            <a:r>
              <a:rPr lang="en-US" dirty="0" err="1">
                <a:latin typeface="Consolas"/>
              </a:rPr>
              <a:t>OrderCreated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latin typeface="Consolas"/>
              </a:rPr>
              <a:t>PaymentCompleted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Consumers react independently via tools like Apache Kafka</a:t>
            </a:r>
            <a:endParaRPr lang="en-US"/>
          </a:p>
          <a:p>
            <a:pPr marL="0" indent="0">
              <a:buNone/>
            </a:pPr>
            <a:r>
              <a:rPr lang="en-US"/>
              <a:t>3. </a:t>
            </a:r>
            <a:r>
              <a:rPr lang="en-US" b="1">
                <a:ea typeface="+mn-lt"/>
                <a:cs typeface="+mn-lt"/>
              </a:rPr>
              <a:t>Database per service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No cross-service queries 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Share data via APIs/events, not joins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F7214-D28C-0AA6-DE7C-3B95EEFD8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55384-8F9C-4989-97CE-CDE304073B73}" type="datetime1"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71B33-C8C0-CD09-9C6B-F96AA3406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4ED97-ADD2-25A0-DB2C-CEE98EDEF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11</a:t>
            </a:fld>
            <a:endParaRPr lang="en-US" dirty="0"/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99C8B25-955F-3D43-39F0-36573DFED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98" y="4665052"/>
            <a:ext cx="5796328" cy="196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228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Loose Coupling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Independent deployment and </a:t>
            </a:r>
            <a:r>
              <a:rPr lang="en-US"/>
              <a:t>scaling</a:t>
            </a:r>
          </a:p>
          <a:p>
            <a:r>
              <a:rPr lang="en-US"/>
              <a:t>Reduced</a:t>
            </a:r>
            <a:r>
              <a:t> risk of cascading </a:t>
            </a:r>
            <a:r>
              <a:rPr lang="en-US"/>
              <a:t>failures</a:t>
            </a:r>
          </a:p>
          <a:p>
            <a:r>
              <a:rPr lang="en-US"/>
              <a:t>Faster</a:t>
            </a:r>
            <a:r>
              <a:t> feature delivery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High Cohesion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6" y="1715532"/>
            <a:ext cx="7990184" cy="45938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Cohesion is a measure of the number of relationships that parts of a component have with each other.</a:t>
            </a: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High cohesion means that all of the parts that are needed to deliver the component’s functionality are included in the component. 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SRP and High Cohesion sound alike, but they operate at different levels. One sets the </a:t>
            </a:r>
            <a:r>
              <a:rPr lang="en-US" b="1" dirty="0">
                <a:ea typeface="+mn-lt"/>
                <a:cs typeface="+mn-lt"/>
              </a:rPr>
              <a:t>boundary</a:t>
            </a:r>
            <a:r>
              <a:rPr lang="en-US" dirty="0">
                <a:ea typeface="+mn-lt"/>
                <a:cs typeface="+mn-lt"/>
              </a:rPr>
              <a:t>, the other measures the </a:t>
            </a:r>
            <a:r>
              <a:rPr lang="en-US" b="1" dirty="0">
                <a:ea typeface="+mn-lt"/>
                <a:cs typeface="+mn-lt"/>
              </a:rPr>
              <a:t>quality inside</a:t>
            </a:r>
            <a:r>
              <a:rPr lang="en-US" dirty="0">
                <a:ea typeface="+mn-lt"/>
                <a:cs typeface="+mn-lt"/>
              </a:rPr>
              <a:t> that boundary.</a:t>
            </a:r>
          </a:p>
          <a:p>
            <a:endParaRPr lang="en-US" dirty="0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C5B4E2AA-EB58-DD23-DC27-BA7835AF6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48640"/>
            <a:ext cx="8055864" cy="1132258"/>
          </a:xfrm>
        </p:spPr>
        <p:txBody>
          <a:bodyPr/>
          <a:lstStyle/>
          <a:p>
            <a:pPr algn="ctr"/>
            <a:r>
              <a:rPr lang="en-US"/>
              <a:t>SRP Vs High Cohesion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D8813D3-911D-75AA-D303-76289E3CD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9486" y="1825625"/>
            <a:ext cx="3886200" cy="4351338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buNone/>
            </a:pPr>
            <a:r>
              <a:rPr lang="en-US"/>
              <a:t>🔹 Single Responsibility Principle (SRP)</a:t>
            </a: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Focus: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i="1">
                <a:ea typeface="+mn-lt"/>
                <a:cs typeface="+mn-lt"/>
              </a:rPr>
              <a:t>Why the service changes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Helps in defining external boundary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 service should have </a:t>
            </a:r>
            <a:r>
              <a:rPr lang="en-US" b="1">
                <a:ea typeface="+mn-lt"/>
                <a:cs typeface="+mn-lt"/>
              </a:rPr>
              <a:t>one reason to change</a:t>
            </a:r>
            <a:r>
              <a:rPr lang="en-US">
                <a:ea typeface="+mn-lt"/>
                <a:cs typeface="+mn-lt"/>
              </a:rPr>
              <a:t> (one business capability)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Defines </a:t>
            </a:r>
            <a:r>
              <a:rPr lang="en-US" b="1">
                <a:ea typeface="+mn-lt"/>
                <a:cs typeface="+mn-lt"/>
              </a:rPr>
              <a:t>what belongs together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indent="0">
              <a:buNone/>
            </a:pPr>
            <a:r>
              <a:rPr lang="en-US" b="1">
                <a:ea typeface="+mn-lt"/>
                <a:cs typeface="+mn-lt"/>
              </a:rPr>
              <a:t>Example: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</a:t>
            </a:r>
            <a:r>
              <a:rPr lang="en-US">
                <a:latin typeface="Consolas"/>
              </a:rPr>
              <a:t>Payment Service</a:t>
            </a:r>
            <a:r>
              <a:rPr lang="en-US">
                <a:ea typeface="+mn-lt"/>
                <a:cs typeface="+mn-lt"/>
              </a:rPr>
              <a:t> → only payment-related logic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BF16713C-8300-10B6-621D-8BD05AEB1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825625"/>
            <a:ext cx="3943350" cy="4494213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buNone/>
            </a:pPr>
            <a:r>
              <a:rPr lang="en-US"/>
              <a:t>🔹 High Cohesion</a:t>
            </a: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Focus: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i="1">
                <a:ea typeface="+mn-lt"/>
                <a:cs typeface="+mn-lt"/>
              </a:rPr>
              <a:t>How well things inside a service fit together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Helps in defining Internal structure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All components in a service should be </a:t>
            </a:r>
            <a:r>
              <a:rPr lang="en-US" b="1">
                <a:ea typeface="+mn-lt"/>
                <a:cs typeface="+mn-lt"/>
              </a:rPr>
              <a:t>closely related and work toward one purpose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Ensures the service is </a:t>
            </a:r>
            <a:r>
              <a:rPr lang="en-US" b="1">
                <a:ea typeface="+mn-lt"/>
                <a:cs typeface="+mn-lt"/>
              </a:rPr>
              <a:t>internally clean and focused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indent="0">
              <a:buNone/>
            </a:pPr>
            <a:r>
              <a:rPr lang="en-US" b="1">
                <a:ea typeface="+mn-lt"/>
                <a:cs typeface="+mn-lt"/>
              </a:rPr>
              <a:t>Example: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Inside </a:t>
            </a:r>
            <a:r>
              <a:rPr lang="en-US">
                <a:latin typeface="Consolas"/>
              </a:rPr>
              <a:t>Payment Service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payment processing 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refund handling 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transaction validation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(all tightly related)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3" name="Date Placeholder 4">
            <a:extLst>
              <a:ext uri="{FF2B5EF4-FFF2-40B4-BE49-F238E27FC236}">
                <a16:creationId xmlns:a16="http://schemas.microsoft.com/office/drawing/2014/main" id="{C4BF5356-F9C3-C6D2-9F62-71C785DA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870" y="6453003"/>
            <a:ext cx="2620736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687B673D-C2E6-44DF-ACBC-9AB1CA0896E0}" type="datetime1">
              <a:pPr>
                <a:spcAft>
                  <a:spcPts val="600"/>
                </a:spcAft>
              </a:pPr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BF056-5C0F-306D-9D8A-D8D1F846C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7391" y="6453003"/>
            <a:ext cx="2104054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4743B5AD-B7AF-5192-EF69-A8C03CAA0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4122" y="6453003"/>
            <a:ext cx="321905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D6B3DE58-111B-4763-9602-AEDA761D1B1A}" type="slidenum">
              <a:rPr lang="en-US" dirty="0"/>
              <a:t>14</a:t>
            </a:fld>
            <a:endParaRPr lang="en-US" dirty="0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47EB9796-9510-901A-82DE-4679A6EDE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284F7E65-BB90-4D88-B18A-70B086D6BA43}" type="datetime1">
              <a:pPr>
                <a:spcAft>
                  <a:spcPts val="600"/>
                </a:spcAft>
              </a:pPr>
              <a:t>5/5/2026</a:t>
            </a:fld>
            <a:endParaRPr lang="en-US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9C1B889B-F2AE-4DF3-1361-860597EF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05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High Cohesion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Improves readability and </a:t>
            </a:r>
            <a:r>
              <a:rPr lang="en-US"/>
              <a:t>maintainability</a:t>
            </a:r>
          </a:p>
          <a:p>
            <a:r>
              <a:rPr lang="en-US"/>
              <a:t>Simplifies</a:t>
            </a:r>
            <a:r>
              <a:t> testing and </a:t>
            </a:r>
            <a:r>
              <a:rPr lang="en-US"/>
              <a:t>debugging</a:t>
            </a:r>
          </a:p>
          <a:p>
            <a:r>
              <a:rPr lang="en-US"/>
              <a:t>Clear</a:t>
            </a:r>
            <a:r>
              <a:t> responsibility of the service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3050"/>
            <a:ext cx="9144000" cy="43370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VanillaVTI</vt:lpstr>
      <vt:lpstr>Microservices Design Principles</vt:lpstr>
      <vt:lpstr>Design Principles Overview</vt:lpstr>
      <vt:lpstr>Single Responsibility Principle</vt:lpstr>
      <vt:lpstr>Following SRP in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Loose Coupling</vt:lpstr>
      <vt:lpstr>Following Loose Coupling in Practice</vt:lpstr>
      <vt:lpstr>Benefits of Loose Coupling</vt:lpstr>
      <vt:lpstr>High Cohesion</vt:lpstr>
      <vt:lpstr>SRP Vs High Cohesion</vt:lpstr>
      <vt:lpstr>Benefits of High Cohesion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388</cp:revision>
  <dcterms:created xsi:type="dcterms:W3CDTF">2013-01-27T09:14:16Z</dcterms:created>
  <dcterms:modified xsi:type="dcterms:W3CDTF">2026-05-05T14:21:30Z</dcterms:modified>
  <cp:category/>
</cp:coreProperties>
</file>