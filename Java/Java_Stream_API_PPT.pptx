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Stream API: All Important Topics &amp; Interview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Stream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in Java 8</a:t>
            </a:r>
          </a:p>
          <a:p>
            <a:r>
              <a:t>Functional-style operations on collections</a:t>
            </a:r>
          </a:p>
          <a:p>
            <a:r>
              <a:t>Enables concise, readable, and efficient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API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 (Collection, Array, I/O Channel)</a:t>
            </a:r>
          </a:p>
          <a:p>
            <a:r>
              <a:rPr dirty="0"/>
              <a:t>Intermediate Operations (return Stream)</a:t>
            </a:r>
          </a:p>
          <a:p>
            <a:r>
              <a:rPr dirty="0"/>
              <a:t>Terminal Operations (return result/side-effect)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Pipeline: Source → Intermediate Ops → Terminal Op</a:t>
            </a:r>
          </a:p>
          <a:p>
            <a:r>
              <a:rPr dirty="0"/>
              <a:t>Laziness: Intermediate ops execute only on terminal 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Creating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Empty stream : </a:t>
            </a:r>
            <a:r>
              <a:rPr lang="en-IN" sz="2400" dirty="0" err="1"/>
              <a:t>Stream.empty</a:t>
            </a:r>
            <a:r>
              <a:rPr lang="en-IN" sz="2400" dirty="0"/>
              <a:t>()</a:t>
            </a:r>
          </a:p>
          <a:p>
            <a:r>
              <a:rPr sz="2400" dirty="0"/>
              <a:t>From Collections: </a:t>
            </a:r>
            <a:r>
              <a:rPr sz="2400" dirty="0" err="1"/>
              <a:t>list.stream</a:t>
            </a:r>
            <a:r>
              <a:rPr sz="2400" dirty="0"/>
              <a:t>()</a:t>
            </a:r>
          </a:p>
          <a:p>
            <a:r>
              <a:rPr sz="2400" dirty="0"/>
              <a:t>From Arrays: </a:t>
            </a:r>
            <a:r>
              <a:rPr sz="2400" dirty="0" err="1"/>
              <a:t>Arrays.stream</a:t>
            </a:r>
            <a:r>
              <a:rPr sz="2400" dirty="0"/>
              <a:t>(array)</a:t>
            </a:r>
          </a:p>
          <a:p>
            <a:r>
              <a:rPr sz="2400" dirty="0"/>
              <a:t>Using </a:t>
            </a:r>
            <a:r>
              <a:rPr sz="2400" dirty="0" err="1"/>
              <a:t>Stream.of</a:t>
            </a:r>
            <a:r>
              <a:rPr sz="2400" dirty="0"/>
              <a:t>()</a:t>
            </a:r>
            <a:endParaRPr lang="en-IN" sz="2400" dirty="0"/>
          </a:p>
          <a:p>
            <a:r>
              <a:rPr lang="en-IN" sz="2400" dirty="0" err="1"/>
              <a:t>Stream.builder</a:t>
            </a:r>
            <a:r>
              <a:rPr lang="en-IN" sz="2400" dirty="0"/>
              <a:t>()</a:t>
            </a:r>
            <a:endParaRPr sz="2400" dirty="0"/>
          </a:p>
          <a:p>
            <a:r>
              <a:rPr sz="2400" b="1" dirty="0"/>
              <a:t>Infinite Streams</a:t>
            </a:r>
            <a:r>
              <a:rPr sz="2400" dirty="0"/>
              <a:t>: </a:t>
            </a:r>
            <a:r>
              <a:rPr sz="2400" dirty="0" err="1"/>
              <a:t>Stream.iterate</a:t>
            </a:r>
            <a:r>
              <a:rPr sz="2400" dirty="0"/>
              <a:t>(), </a:t>
            </a:r>
            <a:r>
              <a:rPr sz="2400" dirty="0" err="1"/>
              <a:t>Stream.generate</a:t>
            </a:r>
            <a:r>
              <a:rPr sz="2400" dirty="0"/>
              <a:t>()</a:t>
            </a:r>
            <a:endParaRPr lang="en-IN" sz="2400" dirty="0"/>
          </a:p>
          <a:p>
            <a:r>
              <a:rPr lang="en-IN" sz="2400" dirty="0"/>
              <a:t>Primitive Streams: </a:t>
            </a:r>
            <a:r>
              <a:rPr lang="en-IN" sz="2400" dirty="0" err="1"/>
              <a:t>IntStream</a:t>
            </a:r>
            <a:r>
              <a:rPr lang="en-IN" sz="2400" dirty="0"/>
              <a:t>, </a:t>
            </a:r>
            <a:r>
              <a:rPr lang="en-IN" sz="2400" dirty="0" err="1"/>
              <a:t>LongStream</a:t>
            </a:r>
            <a:r>
              <a:rPr lang="en-IN" sz="2400" dirty="0"/>
              <a:t>, </a:t>
            </a:r>
            <a:r>
              <a:rPr lang="en-IN" sz="2400" dirty="0" err="1"/>
              <a:t>DoubleStream</a:t>
            </a:r>
            <a:endParaRPr lang="en-IN" sz="2400" dirty="0"/>
          </a:p>
          <a:p>
            <a:r>
              <a:rPr lang="en-IN" sz="2400" dirty="0"/>
              <a:t>Stream Of String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Intermediate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filter(Predicate)</a:t>
            </a:r>
          </a:p>
          <a:p>
            <a:r>
              <a:rPr dirty="0"/>
              <a:t>map(Function)</a:t>
            </a:r>
          </a:p>
          <a:p>
            <a:r>
              <a:rPr dirty="0" err="1"/>
              <a:t>flatMap</a:t>
            </a:r>
            <a:r>
              <a:rPr dirty="0"/>
              <a:t>(Function)</a:t>
            </a:r>
          </a:p>
          <a:p>
            <a:r>
              <a:rPr dirty="0"/>
              <a:t>distinct()</a:t>
            </a:r>
          </a:p>
          <a:p>
            <a:r>
              <a:rPr dirty="0"/>
              <a:t>sorted()</a:t>
            </a:r>
          </a:p>
          <a:p>
            <a:r>
              <a:rPr dirty="0"/>
              <a:t>peek()</a:t>
            </a:r>
          </a:p>
          <a:p>
            <a:r>
              <a:rPr dirty="0"/>
              <a:t>limit()</a:t>
            </a:r>
            <a:endParaRPr lang="en-IN" dirty="0"/>
          </a:p>
          <a:p>
            <a:r>
              <a:rPr dirty="0"/>
              <a:t>skip()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forEach</a:t>
            </a:r>
            <a:r>
              <a:rPr dirty="0"/>
              <a:t>(Consumer)</a:t>
            </a:r>
          </a:p>
          <a:p>
            <a:r>
              <a:rPr dirty="0"/>
              <a:t>collect(Collector)</a:t>
            </a:r>
          </a:p>
          <a:p>
            <a:r>
              <a:rPr dirty="0"/>
              <a:t>reduce(</a:t>
            </a:r>
            <a:r>
              <a:rPr dirty="0" err="1"/>
              <a:t>BinaryOperator</a:t>
            </a:r>
            <a:r>
              <a:rPr dirty="0"/>
              <a:t>)</a:t>
            </a:r>
          </a:p>
          <a:p>
            <a:r>
              <a:rPr dirty="0"/>
              <a:t>count()</a:t>
            </a:r>
          </a:p>
          <a:p>
            <a:r>
              <a:rPr dirty="0" err="1"/>
              <a:t>anyMatch</a:t>
            </a:r>
            <a:r>
              <a:rPr dirty="0"/>
              <a:t>(), </a:t>
            </a:r>
            <a:r>
              <a:rPr dirty="0" err="1"/>
              <a:t>allMatch</a:t>
            </a:r>
            <a:r>
              <a:rPr dirty="0"/>
              <a:t>(), </a:t>
            </a:r>
            <a:r>
              <a:rPr dirty="0" err="1"/>
              <a:t>noneMatch</a:t>
            </a:r>
            <a:r>
              <a:rPr dirty="0"/>
              <a:t>()</a:t>
            </a:r>
          </a:p>
          <a:p>
            <a:r>
              <a:rPr dirty="0" err="1"/>
              <a:t>findFirst</a:t>
            </a:r>
            <a:r>
              <a:rPr dirty="0"/>
              <a:t>(), </a:t>
            </a:r>
            <a:r>
              <a:rPr dirty="0" err="1"/>
              <a:t>findAny</a:t>
            </a:r>
            <a:r>
              <a:rPr dirty="0"/>
              <a:t>()</a:t>
            </a:r>
          </a:p>
          <a:p>
            <a:r>
              <a:rPr dirty="0"/>
              <a:t>min(), max()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Collectors.toList</a:t>
            </a:r>
            <a:r>
              <a:rPr dirty="0"/>
              <a:t>(), </a:t>
            </a:r>
            <a:r>
              <a:rPr dirty="0" err="1"/>
              <a:t>toSet</a:t>
            </a:r>
            <a:r>
              <a:rPr dirty="0"/>
              <a:t>(), </a:t>
            </a:r>
            <a:r>
              <a:rPr dirty="0" err="1"/>
              <a:t>toMap</a:t>
            </a:r>
            <a:r>
              <a:rPr dirty="0"/>
              <a:t>()</a:t>
            </a:r>
          </a:p>
          <a:p>
            <a:r>
              <a:rPr dirty="0" err="1"/>
              <a:t>Collectors.joining</a:t>
            </a:r>
            <a:r>
              <a:rPr dirty="0"/>
              <a:t>()</a:t>
            </a:r>
          </a:p>
          <a:p>
            <a:r>
              <a:rPr dirty="0" err="1"/>
              <a:t>Collectors.groupingBy</a:t>
            </a:r>
            <a:r>
              <a:rPr dirty="0"/>
              <a:t>()</a:t>
            </a:r>
          </a:p>
          <a:p>
            <a:r>
              <a:rPr dirty="0" err="1"/>
              <a:t>Collectors.partitioningBy</a:t>
            </a:r>
            <a:r>
              <a:rPr dirty="0"/>
              <a:t>()</a:t>
            </a:r>
          </a:p>
          <a:p>
            <a:r>
              <a:rPr dirty="0" err="1"/>
              <a:t>Collectors.summarizingInt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parallelStream</a:t>
            </a:r>
            <a:r>
              <a:rPr dirty="0"/>
              <a:t>()</a:t>
            </a:r>
          </a:p>
          <a:p>
            <a:r>
              <a:rPr dirty="0"/>
              <a:t>Utilizes Fork/Join framework</a:t>
            </a:r>
          </a:p>
          <a:p>
            <a:r>
              <a:rPr dirty="0"/>
              <a:t>Improves performance for large datasets</a:t>
            </a:r>
          </a:p>
          <a:p>
            <a:r>
              <a:rPr dirty="0"/>
              <a:t>Use when operations are stateless and independent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vs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Streams are not data structures</a:t>
            </a:r>
          </a:p>
          <a:p>
            <a:r>
              <a:t>Streams are lazy</a:t>
            </a:r>
          </a:p>
          <a:p>
            <a:r>
              <a:t>Streams cannot be reused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Prefer sequential streams unless needed</a:t>
            </a:r>
          </a:p>
          <a:p>
            <a:r>
              <a:rPr dirty="0"/>
              <a:t>Avoid stateful lambda expressions</a:t>
            </a:r>
          </a:p>
          <a:p>
            <a:r>
              <a:rPr dirty="0"/>
              <a:t>Be cautious with shared mutable data</a:t>
            </a:r>
          </a:p>
          <a:p>
            <a:r>
              <a:rPr dirty="0"/>
              <a:t>Profile and test before using parallel streams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Stream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Streams cannot be reused</a:t>
            </a:r>
          </a:p>
          <a:p>
            <a:r>
              <a:t>Not suitable for indexed access</a:t>
            </a:r>
          </a:p>
          <a:p>
            <a:r>
              <a:t>Debugging can be harder</a:t>
            </a:r>
          </a:p>
          <a:p>
            <a:r>
              <a:t>Overhead for small collections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dirty="0"/>
              <a:t>// Filtering and collecting</a:t>
            </a:r>
            <a:br>
              <a:rPr dirty="0"/>
            </a:br>
            <a:r>
              <a:rPr dirty="0"/>
              <a:t>List&lt;String&gt; result = </a:t>
            </a:r>
            <a:r>
              <a:rPr dirty="0" err="1"/>
              <a:t>list.stream</a:t>
            </a:r>
            <a:r>
              <a:rPr dirty="0"/>
              <a:t>()</a:t>
            </a:r>
            <a:br>
              <a:rPr dirty="0"/>
            </a:br>
            <a:r>
              <a:rPr dirty="0"/>
              <a:t>    .filter(s -&gt; </a:t>
            </a:r>
            <a:r>
              <a:rPr dirty="0" err="1"/>
              <a:t>s.startsWith</a:t>
            </a:r>
            <a:r>
              <a:rPr dirty="0"/>
              <a:t>("A"))</a:t>
            </a:r>
            <a:br>
              <a:rPr dirty="0"/>
            </a:br>
            <a:r>
              <a:rPr dirty="0"/>
              <a:t>    .collect(</a:t>
            </a:r>
            <a:r>
              <a:rPr dirty="0" err="1"/>
              <a:t>Collectors.toList</a:t>
            </a:r>
            <a:r>
              <a:rPr dirty="0"/>
              <a:t>());</a:t>
            </a:r>
            <a:br>
              <a:rPr dirty="0"/>
            </a:br>
            <a:br>
              <a:rPr dirty="0"/>
            </a:br>
            <a:r>
              <a:rPr dirty="0"/>
              <a:t>// Map and reduce</a:t>
            </a:r>
            <a:br>
              <a:rPr dirty="0"/>
            </a:br>
            <a:r>
              <a:rPr dirty="0"/>
              <a:t>int sum = </a:t>
            </a:r>
            <a:r>
              <a:rPr dirty="0" err="1"/>
              <a:t>list.stream</a:t>
            </a:r>
            <a:r>
              <a:rPr dirty="0"/>
              <a:t>()</a:t>
            </a:r>
            <a:br>
              <a:rPr dirty="0"/>
            </a:br>
            <a:r>
              <a:rPr dirty="0"/>
              <a:t>    .</a:t>
            </a:r>
            <a:r>
              <a:rPr dirty="0" err="1"/>
              <a:t>mapToInt</a:t>
            </a:r>
            <a:r>
              <a:rPr dirty="0"/>
              <a:t>(Integer::</a:t>
            </a:r>
            <a:r>
              <a:rPr dirty="0" err="1"/>
              <a:t>intValue</a:t>
            </a:r>
            <a:r>
              <a:rPr dirty="0"/>
              <a:t>)</a:t>
            </a:r>
            <a:br>
              <a:rPr dirty="0"/>
            </a:br>
            <a:r>
              <a:rPr dirty="0"/>
              <a:t>    .sum();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Important </a:t>
            </a:r>
            <a:r>
              <a:rPr lang="en-IN" dirty="0"/>
              <a:t>Stream Coding </a:t>
            </a:r>
            <a:r>
              <a:rPr dirty="0"/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Get all the strings with 4</a:t>
            </a:r>
            <a:r>
              <a:rPr lang="en-IN" sz="2000" baseline="30000" dirty="0"/>
              <a:t>th</a:t>
            </a:r>
            <a:r>
              <a:rPr lang="en-IN" sz="2000" dirty="0"/>
              <a:t> largest length from all lists.</a:t>
            </a:r>
            <a:br>
              <a:rPr lang="en-IN" sz="2000" dirty="0"/>
            </a:br>
            <a:r>
              <a:rPr lang="en-IN" sz="2000" dirty="0"/>
              <a:t>Input : [[“</a:t>
            </a:r>
            <a:r>
              <a:rPr lang="en-IN" sz="2000" dirty="0" err="1"/>
              <a:t>aaaaaaaa</a:t>
            </a:r>
            <a:r>
              <a:rPr lang="en-IN" sz="2000" dirty="0"/>
              <a:t>”,“</a:t>
            </a:r>
            <a:r>
              <a:rPr lang="en-IN" sz="2000" dirty="0" err="1"/>
              <a:t>aaaaaaa</a:t>
            </a:r>
            <a:r>
              <a:rPr lang="en-IN" sz="2000" dirty="0"/>
              <a:t>”,”</a:t>
            </a:r>
            <a:r>
              <a:rPr lang="en-IN" sz="2000" dirty="0" err="1"/>
              <a:t>aaaaaa</a:t>
            </a:r>
            <a:r>
              <a:rPr lang="en-IN" sz="2000" dirty="0"/>
              <a:t>”,”</a:t>
            </a:r>
            <a:r>
              <a:rPr lang="en-IN" sz="2000" dirty="0" err="1"/>
              <a:t>aaaaa</a:t>
            </a:r>
            <a:r>
              <a:rPr lang="en-IN" sz="2000" dirty="0"/>
              <a:t>”,”</a:t>
            </a:r>
            <a:r>
              <a:rPr lang="en-IN" sz="2000" dirty="0" err="1"/>
              <a:t>aaaa</a:t>
            </a:r>
            <a:r>
              <a:rPr lang="en-IN" sz="2000" dirty="0"/>
              <a:t>”,”</a:t>
            </a:r>
            <a:r>
              <a:rPr lang="en-IN" sz="2000" dirty="0" err="1"/>
              <a:t>aaa</a:t>
            </a:r>
            <a:r>
              <a:rPr lang="en-IN" sz="2000" dirty="0"/>
              <a:t>”,”</a:t>
            </a:r>
            <a:r>
              <a:rPr lang="en-IN" sz="2000" dirty="0" err="1"/>
              <a:t>aa”,”a</a:t>
            </a:r>
            <a:r>
              <a:rPr lang="en-IN" sz="2000" dirty="0"/>
              <a:t>”],</a:t>
            </a:r>
          </a:p>
          <a:p>
            <a:pPr marL="0" indent="0">
              <a:buNone/>
            </a:pPr>
            <a:r>
              <a:rPr lang="en-IN" sz="2000" dirty="0"/>
              <a:t>		    [“</a:t>
            </a:r>
            <a:r>
              <a:rPr lang="en-IN" sz="2000" dirty="0" err="1"/>
              <a:t>bbbbbbb</a:t>
            </a:r>
            <a:r>
              <a:rPr lang="en-IN" sz="2000" dirty="0"/>
              <a:t>”,”</a:t>
            </a:r>
            <a:r>
              <a:rPr lang="en-IN" sz="2000" dirty="0" err="1"/>
              <a:t>bbbbbbb</a:t>
            </a:r>
            <a:r>
              <a:rPr lang="en-IN" sz="2000" dirty="0"/>
              <a:t>”,”</a:t>
            </a:r>
            <a:r>
              <a:rPr lang="en-IN" sz="2000" dirty="0" err="1"/>
              <a:t>bbbbb</a:t>
            </a:r>
            <a:r>
              <a:rPr lang="en-IN" sz="2000" dirty="0"/>
              <a:t>”,”</a:t>
            </a:r>
            <a:r>
              <a:rPr lang="en-IN" sz="2000" dirty="0" err="1"/>
              <a:t>bbbbb</a:t>
            </a:r>
            <a:r>
              <a:rPr lang="en-IN" sz="2000" dirty="0"/>
              <a:t>”,”</a:t>
            </a:r>
            <a:r>
              <a:rPr lang="en-IN" sz="2000" dirty="0" err="1"/>
              <a:t>bbb</a:t>
            </a:r>
            <a:r>
              <a:rPr lang="en-IN" sz="2000" dirty="0"/>
              <a:t>”,”</a:t>
            </a:r>
            <a:r>
              <a:rPr lang="en-IN" sz="2000" dirty="0" err="1"/>
              <a:t>bbb</a:t>
            </a:r>
            <a:r>
              <a:rPr lang="en-IN" sz="2000" dirty="0"/>
              <a:t>”,”</a:t>
            </a:r>
            <a:r>
              <a:rPr lang="en-IN" sz="2000" dirty="0" err="1"/>
              <a:t>bb”,”b</a:t>
            </a:r>
            <a:r>
              <a:rPr lang="en-IN" sz="2000" dirty="0"/>
              <a:t>”]]</a:t>
            </a:r>
            <a:br>
              <a:rPr lang="en-IN" sz="2000" dirty="0"/>
            </a:br>
            <a:r>
              <a:rPr lang="en-IN" sz="2000" dirty="0"/>
              <a:t>    Output : [“</a:t>
            </a:r>
            <a:r>
              <a:rPr lang="en-IN" sz="2000" dirty="0" err="1"/>
              <a:t>aaaaa</a:t>
            </a:r>
            <a:r>
              <a:rPr lang="en-IN" sz="2000" dirty="0"/>
              <a:t>”,”</a:t>
            </a:r>
            <a:r>
              <a:rPr lang="en-IN" sz="2000" dirty="0" err="1"/>
              <a:t>bbbbb</a:t>
            </a:r>
            <a:r>
              <a:rPr lang="en-IN" sz="2000" dirty="0"/>
              <a:t>”]</a:t>
            </a:r>
          </a:p>
          <a:p>
            <a:r>
              <a:rPr lang="en-IN" sz="2000" dirty="0"/>
              <a:t>There is list of People from different city and age. Get the average age per city.</a:t>
            </a:r>
          </a:p>
          <a:p>
            <a:r>
              <a:rPr lang="en-IN" sz="2000" dirty="0"/>
              <a:t>There are few statements, get all the words separated by space.</a:t>
            </a:r>
          </a:p>
          <a:p>
            <a:r>
              <a:rPr lang="en-IN" sz="2000" dirty="0"/>
              <a:t>Get sum till 200000000 in least possible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074C-C9CA-63CB-63CC-65BF5F9C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266C-3C6C-6EDB-4EB2-0A355A74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Interview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2FB92-4553-00B3-AC10-3D4A998AD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What is Stream API and why introduced?</a:t>
            </a:r>
          </a:p>
          <a:p>
            <a:r>
              <a:rPr sz="2400" dirty="0"/>
              <a:t>Difference between map() and </a:t>
            </a:r>
            <a:r>
              <a:rPr sz="2400" dirty="0" err="1"/>
              <a:t>flatMap</a:t>
            </a:r>
            <a:r>
              <a:rPr sz="2400" dirty="0"/>
              <a:t>()</a:t>
            </a:r>
          </a:p>
          <a:p>
            <a:r>
              <a:rPr sz="2400" dirty="0"/>
              <a:t>Difference between intermediate &amp; terminal ops</a:t>
            </a:r>
          </a:p>
          <a:p>
            <a:r>
              <a:rPr sz="2400" dirty="0"/>
              <a:t>How does lazy evaluation work?</a:t>
            </a:r>
          </a:p>
          <a:p>
            <a:r>
              <a:rPr sz="2400" dirty="0"/>
              <a:t>Convert List to Map using streams?</a:t>
            </a:r>
          </a:p>
          <a:p>
            <a:r>
              <a:rPr sz="2400" dirty="0"/>
              <a:t>What are parallel streams? When to use them</a:t>
            </a:r>
            <a:r>
              <a:rPr lang="en-IN" sz="2400" dirty="0"/>
              <a:t> and when not to use them</a:t>
            </a:r>
            <a:r>
              <a:rPr sz="2400" dirty="0"/>
              <a:t>?</a:t>
            </a:r>
          </a:p>
          <a:p>
            <a:r>
              <a:rPr sz="2400" dirty="0"/>
              <a:t>Can streams be reused?</a:t>
            </a:r>
          </a:p>
          <a:p>
            <a:r>
              <a:rPr sz="2400" dirty="0"/>
              <a:t>Handling exceptions in Stream API?</a:t>
            </a:r>
          </a:p>
          <a:p>
            <a:r>
              <a:rPr sz="2400" dirty="0"/>
              <a:t>Difference between </a:t>
            </a:r>
            <a:r>
              <a:rPr sz="2400" dirty="0" err="1"/>
              <a:t>findFirst</a:t>
            </a:r>
            <a:r>
              <a:rPr sz="2400" dirty="0"/>
              <a:t>() &amp; </a:t>
            </a:r>
            <a:r>
              <a:rPr sz="2400" dirty="0" err="1"/>
              <a:t>findAny</a:t>
            </a:r>
            <a:r>
              <a:rPr sz="2400" dirty="0"/>
              <a:t>()</a:t>
            </a:r>
          </a:p>
          <a:p>
            <a:r>
              <a:rPr sz="2400" dirty="0"/>
              <a:t>How to group data using Stream API?</a:t>
            </a:r>
          </a:p>
        </p:txBody>
      </p:sp>
    </p:spTree>
    <p:extLst>
      <p:ext uri="{BB962C8B-B14F-4D97-AF65-F5344CB8AC3E}">
        <p14:creationId xmlns:p14="http://schemas.microsoft.com/office/powerpoint/2010/main" val="2205457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Official Java Stream API Documentation</a:t>
            </a:r>
          </a:p>
          <a:p>
            <a:r>
              <a:t>Baeldung: Java Streams</a:t>
            </a:r>
          </a:p>
          <a:p>
            <a:r>
              <a:t>Java 8 Stream API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560</Words>
  <Application>Microsoft Office PowerPoint</Application>
  <PresentationFormat>On-screen Show (4:3)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Java Stream API: All Important Topics &amp; Interview Questions</vt:lpstr>
      <vt:lpstr>Introduction to Stream API</vt:lpstr>
      <vt:lpstr>Stream API Architecture</vt:lpstr>
      <vt:lpstr>Creating Streams</vt:lpstr>
      <vt:lpstr>Intermediate Operations</vt:lpstr>
      <vt:lpstr>Terminal Operations</vt:lpstr>
      <vt:lpstr>Collectors</vt:lpstr>
      <vt:lpstr>Parallel Streams</vt:lpstr>
      <vt:lpstr>Stream vs Collection</vt:lpstr>
      <vt:lpstr>Best Practices</vt:lpstr>
      <vt:lpstr>Limitations of Stream API</vt:lpstr>
      <vt:lpstr>Sample Code Snippets</vt:lpstr>
      <vt:lpstr>Important Stream Coding Interview Questions</vt:lpstr>
      <vt:lpstr>Important Interview Questions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Krima Shah</dc:creator>
  <cp:keywords/>
  <dc:description>generated using python-pptx</dc:description>
  <cp:lastModifiedBy>Krima Shah</cp:lastModifiedBy>
  <cp:revision>5</cp:revision>
  <dcterms:created xsi:type="dcterms:W3CDTF">2013-01-27T09:14:16Z</dcterms:created>
  <dcterms:modified xsi:type="dcterms:W3CDTF">2026-03-10T17:47:04Z</dcterms:modified>
  <cp:category/>
</cp:coreProperties>
</file>