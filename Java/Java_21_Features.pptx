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1" r:id="rId2"/>
    <p:sldId id="2562" r:id="rId3"/>
    <p:sldId id="2563" r:id="rId4"/>
    <p:sldId id="2564" r:id="rId5"/>
    <p:sldId id="2565" r:id="rId6"/>
    <p:sldId id="2575" r:id="rId7"/>
    <p:sldId id="2574" r:id="rId8"/>
    <p:sldId id="2566" r:id="rId9"/>
    <p:sldId id="2567" r:id="rId10"/>
    <p:sldId id="2568" r:id="rId11"/>
    <p:sldId id="2573" r:id="rId12"/>
    <p:sldId id="2576" r:id="rId13"/>
    <p:sldId id="2569" r:id="rId14"/>
    <p:sldId id="257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ava 21 LTS Features for Developer and Infrastructure Upskilling" id="{CC29EC6F-0DC1-4B05-9A19-9148763D9C04}">
          <p14:sldIdLst>
            <p14:sldId id="2561"/>
          </p14:sldIdLst>
        </p14:section>
        <p14:section name="Java 21 LTS Context and Upgrade Motivation" id="{79FD5EAF-6344-4632-9D08-929C77AC1B45}">
          <p14:sldIdLst>
            <p14:sldId id="2562"/>
            <p14:sldId id="2563"/>
          </p14:sldIdLst>
        </p14:section>
        <p14:section name="Modern Concurrency with Virtual Threads" id="{D9FD2464-8A35-4307-94D8-8DC7C3479D21}">
          <p14:sldIdLst>
            <p14:sldId id="2564"/>
            <p14:sldId id="2565"/>
            <p14:sldId id="2575"/>
            <p14:sldId id="2574"/>
            <p14:sldId id="2566"/>
          </p14:sldIdLst>
        </p14:section>
        <p14:section name="Language Enhancements for Developer Productivity" id="{65728D50-5A51-4DAC-AA34-D6D28489E182}">
          <p14:sldIdLst>
            <p14:sldId id="2567"/>
            <p14:sldId id="2568"/>
            <p14:sldId id="2573"/>
            <p14:sldId id="2576"/>
            <p14:sldId id="2569"/>
            <p14:sldId id="25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621" autoAdjust="0"/>
  </p:normalViewPr>
  <p:slideViewPr>
    <p:cSldViewPr snapToGrid="0">
      <p:cViewPr varScale="1">
        <p:scale>
          <a:sx n="86" d="100"/>
          <a:sy n="86" d="100"/>
        </p:scale>
        <p:origin x="53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72ABBE-AB0B-4664-885A-5CBD00FDCAD9}" type="datetimeFigureOut">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0CF7D4-03A3-43F1-88B9-27831FF06A03}" type="slidenum">
              <a:t>‹#›</a:t>
            </a:fld>
            <a:endParaRPr lang="en-US"/>
          </a:p>
        </p:txBody>
      </p:sp>
    </p:spTree>
    <p:extLst>
      <p:ext uri="{BB962C8B-B14F-4D97-AF65-F5344CB8AC3E}">
        <p14:creationId xmlns:p14="http://schemas.microsoft.com/office/powerpoint/2010/main" val="2608072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AI-generated content may be incorrect.
---
</a:t>
            </a:r>
          </a:p>
        </p:txBody>
      </p:sp>
      <p:sp>
        <p:nvSpPr>
          <p:cNvPr id="4" name="Slide Number Placeholder 3"/>
          <p:cNvSpPr>
            <a:spLocks noGrp="1"/>
          </p:cNvSpPr>
          <p:nvPr>
            <p:ph type="sldNum" sz="quarter" idx="5"/>
          </p:nvPr>
        </p:nvSpPr>
        <p:spPr/>
        <p:txBody>
          <a:bodyPr/>
          <a:lstStyle/>
          <a:p>
            <a:fld id="{B9CA9DBE-529D-484F-9A4B-9A5F2C5B5B77}" type="slidenum">
              <a:t>1</a:t>
            </a:fld>
            <a:endParaRPr lang="en-US"/>
          </a:p>
        </p:txBody>
      </p:sp>
    </p:spTree>
    <p:extLst>
      <p:ext uri="{BB962C8B-B14F-4D97-AF65-F5344CB8AC3E}">
        <p14:creationId xmlns:p14="http://schemas.microsoft.com/office/powerpoint/2010/main" val="367195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Why Java 21 LTS Matters for Modern Engineering Teams</a:t>
            </a:r>
          </a:p>
        </p:txBody>
      </p:sp>
      <p:sp>
        <p:nvSpPr>
          <p:cNvPr id="4" name="Slide Number Placeholder 3"/>
          <p:cNvSpPr>
            <a:spLocks noGrp="1"/>
          </p:cNvSpPr>
          <p:nvPr>
            <p:ph type="sldNum" sz="quarter" idx="5"/>
          </p:nvPr>
        </p:nvSpPr>
        <p:spPr/>
        <p:txBody>
          <a:bodyPr/>
          <a:lstStyle/>
          <a:p>
            <a:fld id="{B9CA9DBE-529D-484F-9A4B-9A5F2C5B5B77}" type="slidenum">
              <a:t>2</a:t>
            </a:fld>
            <a:endParaRPr lang="en-US"/>
          </a:p>
        </p:txBody>
      </p:sp>
    </p:spTree>
    <p:extLst>
      <p:ext uri="{BB962C8B-B14F-4D97-AF65-F5344CB8AC3E}">
        <p14:creationId xmlns:p14="http://schemas.microsoft.com/office/powerpoint/2010/main" val="3525241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Java 21, released in September 2023, is a Long-Term Support (LTS) release, making it a strategic upgrade target for enterprise and platform teams focused on stability, performance, and long-term maintainability. Unlike short-term feature releases, Java 21 will receive extended updates and security patches, which is especially important for organizations running large-scale production systems. This presentation intentionally focuses only on finalized, non-preview features to ensure everything discussed is production-ready and safe for adoption. One of the most significant motivations to move to Java 21 is the fundamental shift in how Java handles concurrency and scalability. With the introduction of virtual threads as a finalized feature, Java removes one of its long-standing bottlenecks: the tight coupling between threads and operating system resources. This change directly impacts how backend services, APIs, and integration layers are designed, allowing teams to write simpler, blocking-style code while achieving massive concurrency. From a developer productivity perspective, Java 21 continues to reduce boilerplate through language enhancements like pattern matching for switch and record patterns, making code more expressive, safer, and easier to reason about. These features are particularly valuable in domain-driven design, event processing, and data-centric services where conditional logic and data decomposition are common. On the infrastructure side, Java 21 strengthens its runtime capabilities with Generational ZGC, improving garbage collection behavior for applications with large heaps and high allocation rates. This reduces latency variability and operational tuning effort, which is a major win for SRE and platform teams. For internal upskilling, Java 21 serves as an excellent learning milestone because it connects language evolution, concurrency models, and JVM internals into a cohesive story. Teams can learn not only new APIs, but also how the JVM itself is evolving to meet modern cloud-native and high-throughput demands. Overall, Java 21 is not just an incremental update; it represents a practical modernization of the Java platform that benefits both application developers and infrastructure engineers without forcing risky architectural rewrites.</a:t>
            </a:r>
          </a:p>
        </p:txBody>
      </p:sp>
      <p:sp>
        <p:nvSpPr>
          <p:cNvPr id="4" name="Slide Number Placeholder 3"/>
          <p:cNvSpPr>
            <a:spLocks noGrp="1"/>
          </p:cNvSpPr>
          <p:nvPr>
            <p:ph type="sldNum" sz="quarter" idx="5"/>
          </p:nvPr>
        </p:nvSpPr>
        <p:spPr/>
        <p:txBody>
          <a:bodyPr/>
          <a:lstStyle/>
          <a:p>
            <a:fld id="{B9CA9DBE-529D-484F-9A4B-9A5F2C5B5B77}" type="slidenum">
              <a:t>3</a:t>
            </a:fld>
            <a:endParaRPr lang="en-US"/>
          </a:p>
        </p:txBody>
      </p:sp>
    </p:spTree>
    <p:extLst>
      <p:ext uri="{BB962C8B-B14F-4D97-AF65-F5344CB8AC3E}">
        <p14:creationId xmlns:p14="http://schemas.microsoft.com/office/powerpoint/2010/main" val="72400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Virtual Threads: Scalable Concurrency Without Reactive Complexity, ForkJoinPool Mechanics and Their Role in Virtual Thread Scheduling</a:t>
            </a:r>
          </a:p>
        </p:txBody>
      </p:sp>
      <p:sp>
        <p:nvSpPr>
          <p:cNvPr id="4" name="Slide Number Placeholder 3"/>
          <p:cNvSpPr>
            <a:spLocks noGrp="1"/>
          </p:cNvSpPr>
          <p:nvPr>
            <p:ph type="sldNum" sz="quarter" idx="5"/>
          </p:nvPr>
        </p:nvSpPr>
        <p:spPr/>
        <p:txBody>
          <a:bodyPr/>
          <a:lstStyle/>
          <a:p>
            <a:fld id="{B9CA9DBE-529D-484F-9A4B-9A5F2C5B5B77}" type="slidenum">
              <a:t>4</a:t>
            </a:fld>
            <a:endParaRPr lang="en-US"/>
          </a:p>
        </p:txBody>
      </p:sp>
    </p:spTree>
    <p:extLst>
      <p:ext uri="{BB962C8B-B14F-4D97-AF65-F5344CB8AC3E}">
        <p14:creationId xmlns:p14="http://schemas.microsoft.com/office/powerpoint/2010/main" val="2191273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Virtual threads, finalized in Java 21 under JEP 444, represent one of the most impactful changes to Java’s concurrency model since its inception. Traditional Java threads are mapped one-to-one with operating system threads, which makes them expensive in terms of memory and scheduling overhead. As a result, high-concurrency systems often relied on complex asynchronous or reactive programming models to avoid thread exhaustion. Virtual threads fundamentally change this trade-off by allowing the JVM to manage millions of lightweight threads efficiently. From a developer’s point of view, virtual threads enable a return to simple, readable, blocking-style code while still achieving massive scalability. For example, a typical request-per-thread server model becomes viable again, even under very high load, because virtual threads are cheap to create and park when blocked on I/O. Existing APIs such as JDBC, REST clients, and file I/O can be used without modification, which dramatically lowers adoption friction compared to reactive frameworks. Internally, virtual threads are scheduled by the JVM rather than the operating system. When a virtual thread blocks on I/O, it is unmounted from its carrier thread, freeing that carrier to run other virtual threads. This leads to much better CPU utilization and throughput for I/O-bound workloads such as microservices, gateways, and integration services. However, teams must also understand the limitations. Certain blocking operations, such as holding a synchronized monitor or executing native code, can pin a virtual thread to its carrier, reducing scalability. This makes it important to review legacy synchronization patterns during adoption. Overall, virtual threads allow Java teams to scale concurrency in a way that is both performant and maintainable, making them a cornerstone feature for modern backend development in Java 21.</a:t>
            </a:r>
          </a:p>
        </p:txBody>
      </p:sp>
      <p:sp>
        <p:nvSpPr>
          <p:cNvPr id="4" name="Slide Number Placeholder 3"/>
          <p:cNvSpPr>
            <a:spLocks noGrp="1"/>
          </p:cNvSpPr>
          <p:nvPr>
            <p:ph type="sldNum" sz="quarter" idx="5"/>
          </p:nvPr>
        </p:nvSpPr>
        <p:spPr/>
        <p:txBody>
          <a:bodyPr/>
          <a:lstStyle/>
          <a:p>
            <a:fld id="{B9CA9DBE-529D-484F-9A4B-9A5F2C5B5B77}" type="slidenum">
              <a:t>5</a:t>
            </a:fld>
            <a:endParaRPr lang="en-US"/>
          </a:p>
        </p:txBody>
      </p:sp>
    </p:spTree>
    <p:extLst>
      <p:ext uri="{BB962C8B-B14F-4D97-AF65-F5344CB8AC3E}">
        <p14:creationId xmlns:p14="http://schemas.microsoft.com/office/powerpoint/2010/main" val="1178880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68442-0CA8-94CC-5F9F-681D63668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04AAE-41FE-BAE0-9CA3-C389137D722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F2D7968-B909-9B91-1CC1-D97450A092B5}"/>
              </a:ext>
            </a:extLst>
          </p:cNvPr>
          <p:cNvSpPr>
            <a:spLocks noGrp="1"/>
          </p:cNvSpPr>
          <p:nvPr>
            <p:ph type="body" idx="1"/>
          </p:nvPr>
        </p:nvSpPr>
        <p:spPr/>
        <p:txBody>
          <a:bodyPr/>
          <a:lstStyle/>
          <a:p>
            <a:r>
              <a:rPr lang="en-US" dirty="0"/>
              <a:t>
Virtual threads, finalized in Java 21 under JEP 444, represent one of the most impactful changes to Java’s concurrency model since its inception. Traditional Java threads are mapped one-to-one with operating system threads, which makes them expensive in terms of memory and scheduling overhead. As a result, high-concurrency systems often relied on complex asynchronous or reactive programming models to avoid thread exhaustion. Virtual threads fundamentally change this trade-off by allowing the JVM to manage millions of lightweight threads efficiently. From a developer’s point of view, virtual threads enable a return to simple, readable, blocking-style code while still achieving massive scalability. For example, a typical request-per-thread server model becomes viable again, even under very high load, because virtual threads are cheap to create and park when blocked on I/O. Existing APIs such as JDBC, REST clients, and file I/O can be used without modification, which dramatically lowers adoption friction compared to reactive frameworks. Internally, virtual threads are scheduled by the JVM rather than the operating system. When a virtual thread blocks on I/O, it is unmounted from its carrier thread, freeing that carrier to run other virtual threads. This leads to much better CPU utilization and throughput for I/O-bound workloads such as microservices, gateways, and integration services. However, teams must also understand the limitations. Certain blocking operations, such as holding a synchronized monitor or executing native code, can pin a virtual thread to its carrier, reducing scalability. This makes it important to review legacy synchronization patterns during adoption. Overall, virtual threads allow Java teams to scale concurrency in a way that is both performant and maintainable, making them a cornerstone feature for modern backend development in Java 21.</a:t>
            </a:r>
          </a:p>
        </p:txBody>
      </p:sp>
      <p:sp>
        <p:nvSpPr>
          <p:cNvPr id="4" name="Slide Number Placeholder 3">
            <a:extLst>
              <a:ext uri="{FF2B5EF4-FFF2-40B4-BE49-F238E27FC236}">
                <a16:creationId xmlns:a16="http://schemas.microsoft.com/office/drawing/2014/main" id="{AFE7DD7D-2477-BE70-CBF0-7BF2661D00F7}"/>
              </a:ext>
            </a:extLst>
          </p:cNvPr>
          <p:cNvSpPr>
            <a:spLocks noGrp="1"/>
          </p:cNvSpPr>
          <p:nvPr>
            <p:ph type="sldNum" sz="quarter" idx="5"/>
          </p:nvPr>
        </p:nvSpPr>
        <p:spPr/>
        <p:txBody>
          <a:bodyPr/>
          <a:lstStyle/>
          <a:p>
            <a:fld id="{B9CA9DBE-529D-484F-9A4B-9A5F2C5B5B77}" type="slidenum">
              <a:t>6</a:t>
            </a:fld>
            <a:endParaRPr lang="en-US"/>
          </a:p>
        </p:txBody>
      </p:sp>
    </p:spTree>
    <p:extLst>
      <p:ext uri="{BB962C8B-B14F-4D97-AF65-F5344CB8AC3E}">
        <p14:creationId xmlns:p14="http://schemas.microsoft.com/office/powerpoint/2010/main" val="2842684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https://medium.com/@RamLakshmanan/java-virtual-threads-easy-introduction-44d96b8270f8</a:t>
            </a:r>
          </a:p>
        </p:txBody>
      </p:sp>
      <p:sp>
        <p:nvSpPr>
          <p:cNvPr id="4" name="Slide Number Placeholder 3"/>
          <p:cNvSpPr>
            <a:spLocks noGrp="1"/>
          </p:cNvSpPr>
          <p:nvPr>
            <p:ph type="sldNum" sz="quarter" idx="5"/>
          </p:nvPr>
        </p:nvSpPr>
        <p:spPr/>
        <p:txBody>
          <a:bodyPr/>
          <a:lstStyle/>
          <a:p>
            <a:fld id="{2C0CF7D4-03A3-43F1-88B9-27831FF06A03}" type="slidenum">
              <a:rPr lang="en-IN" smtClean="0"/>
              <a:t>7</a:t>
            </a:fld>
            <a:endParaRPr lang="en-IN"/>
          </a:p>
        </p:txBody>
      </p:sp>
    </p:spTree>
    <p:extLst>
      <p:ext uri="{BB962C8B-B14F-4D97-AF65-F5344CB8AC3E}">
        <p14:creationId xmlns:p14="http://schemas.microsoft.com/office/powerpoint/2010/main" val="3167905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To fully understand virtual threads, it is important to look beneath the surface at the ForkJoinPool, which plays a central role in their execution. In Java 21, virtual threads are typically mounted onto carrier threads that are managed by a ForkJoinPool. This pool is optimized for work-stealing, allowing idle threads to take tasks from busy ones, which improves overall throughput and fairness. The key concept is that a virtual thread is not permanently bound to a carrier thread. When a virtual thread performs a blocking operation that the JVM understands, such as network or file I/O, it is unmounted from the carrier. The carrier thread is then free to execute other virtual threads, while the blocked virtual thread is parked until it can resume. This design is what allows Java to scale to hundreds of thousands or even millions of concurrent tasks without overwhelming the operating system. Understanding thread pinning is critical at both developer and infrastructure levels. If a virtual thread enters a synchronized block or calls certain native methods, it may remain pinned to its carrier thread, negating some of the scalability benefits. This does not mean synchronized code is forbidden, but it does mean teams should be intentional about its use in high-concurrency paths. From an operational perspective, ForkJoinPool behavior also affects observability and tuning. Metrics such as carrier thread utilization, blocking rates, and task queues become important when diagnosing performance issues. For internal upskilling, this topic bridges application-level concurrency concepts with JVM internals, helping teams reason about performance not just in terms of code, but in terms of scheduling, resource utilization, and runtime behavior. Mastery of these mechanics enables teams to use virtual threads confidently and effectively in production.</a:t>
            </a:r>
          </a:p>
        </p:txBody>
      </p:sp>
      <p:sp>
        <p:nvSpPr>
          <p:cNvPr id="4" name="Slide Number Placeholder 3"/>
          <p:cNvSpPr>
            <a:spLocks noGrp="1"/>
          </p:cNvSpPr>
          <p:nvPr>
            <p:ph type="sldNum" sz="quarter" idx="5"/>
          </p:nvPr>
        </p:nvSpPr>
        <p:spPr/>
        <p:txBody>
          <a:bodyPr/>
          <a:lstStyle/>
          <a:p>
            <a:fld id="{B9CA9DBE-529D-484F-9A4B-9A5F2C5B5B77}" type="slidenum">
              <a:t>8</a:t>
            </a:fld>
            <a:endParaRPr lang="en-US"/>
          </a:p>
        </p:txBody>
      </p:sp>
    </p:spTree>
    <p:extLst>
      <p:ext uri="{BB962C8B-B14F-4D97-AF65-F5344CB8AC3E}">
        <p14:creationId xmlns:p14="http://schemas.microsoft.com/office/powerpoint/2010/main" val="2093502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Sequenced Collections: Consistent and Expressive Ordered APIs, Pattern Matching for Switch and Record Patterns in Real Codebases</a:t>
            </a:r>
          </a:p>
        </p:txBody>
      </p:sp>
      <p:sp>
        <p:nvSpPr>
          <p:cNvPr id="4" name="Slide Number Placeholder 3"/>
          <p:cNvSpPr>
            <a:spLocks noGrp="1"/>
          </p:cNvSpPr>
          <p:nvPr>
            <p:ph type="sldNum" sz="quarter" idx="5"/>
          </p:nvPr>
        </p:nvSpPr>
        <p:spPr/>
        <p:txBody>
          <a:bodyPr/>
          <a:lstStyle/>
          <a:p>
            <a:fld id="{B9CA9DBE-529D-484F-9A4B-9A5F2C5B5B77}" type="slidenum">
              <a:t>9</a:t>
            </a:fld>
            <a:endParaRPr lang="en-US"/>
          </a:p>
        </p:txBody>
      </p:sp>
    </p:spTree>
    <p:extLst>
      <p:ext uri="{BB962C8B-B14F-4D97-AF65-F5344CB8AC3E}">
        <p14:creationId xmlns:p14="http://schemas.microsoft.com/office/powerpoint/2010/main" val="4150589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Java 21 introduces Sequenced Collections as a finalized feature that brings long-overdue consistency to how ordered collections are accessed and manipulated. Prior to this change, developers had to rely on different method names and patterns depending on whether they were working with lists, deques, or maps. SequencedCollection, SequencedSet, and SequencedMap unify these concepts by explicitly modeling collections that have a well-defined encounter order. From a developer standpoint, this results in clearer, more expressive code. Methods such as </a:t>
            </a:r>
            <a:r>
              <a:rPr lang="en-US" dirty="0" err="1"/>
              <a:t>getFirst</a:t>
            </a:r>
            <a:r>
              <a:rPr lang="en-US" dirty="0"/>
              <a:t>(), </a:t>
            </a:r>
            <a:r>
              <a:rPr lang="en-US" dirty="0" err="1"/>
              <a:t>getLast</a:t>
            </a:r>
            <a:r>
              <a:rPr lang="en-US" dirty="0"/>
              <a:t>(), </a:t>
            </a:r>
            <a:r>
              <a:rPr lang="en-US" dirty="0" err="1"/>
              <a:t>addFirst</a:t>
            </a:r>
            <a:r>
              <a:rPr lang="en-US" dirty="0"/>
              <a:t>(), and </a:t>
            </a:r>
            <a:r>
              <a:rPr lang="en-US" dirty="0" err="1"/>
              <a:t>addLast</a:t>
            </a:r>
            <a:r>
              <a:rPr lang="en-US" dirty="0"/>
              <a:t>() eliminate the need for index-based access or specialized deque APIs when working with ordered data. This is particularly useful in domains such as event processing, caching, task scheduling, and streaming pipelines, where the notion of first and last elements is semantically meaningful. SequencedMap extends these benefits to key-value structures, making it easier to work with ordered maps without leaking implementation details like </a:t>
            </a:r>
            <a:r>
              <a:rPr lang="en-US" dirty="0" err="1"/>
              <a:t>LinkedHashMap</a:t>
            </a:r>
            <a:r>
              <a:rPr lang="en-US" dirty="0"/>
              <a:t>. Importantly, this feature is largely additive and backward-compatible. Existing collection implementations such as </a:t>
            </a:r>
            <a:r>
              <a:rPr lang="en-US" dirty="0" err="1"/>
              <a:t>ArrayList</a:t>
            </a:r>
            <a:r>
              <a:rPr lang="en-US" dirty="0"/>
              <a:t>, </a:t>
            </a:r>
            <a:r>
              <a:rPr lang="en-US" dirty="0" err="1"/>
              <a:t>LinkedHashSet</a:t>
            </a:r>
            <a:r>
              <a:rPr lang="en-US" dirty="0"/>
              <a:t>, and </a:t>
            </a:r>
            <a:r>
              <a:rPr lang="en-US" dirty="0" err="1"/>
              <a:t>LinkedHashMap</a:t>
            </a:r>
            <a:r>
              <a:rPr lang="en-US" dirty="0"/>
              <a:t> now implement the new interfaces where appropriate, meaning teams can adopt these APIs incrementally without refactoring existing code. From a learning and upskilling perspective, Sequenced Collections are a good example of Java evolving to improve API design clarity rather than just adding new abstractions. They encourage developers to write intention-revealing code and reduce subtle bugs caused by incorrect assumptions about ordering. When combined with other Java 21 features, they contribute to a cleaner, more maintainable codebase that is easier for teams to understand and evolve over time.</a:t>
            </a:r>
          </a:p>
        </p:txBody>
      </p:sp>
      <p:sp>
        <p:nvSpPr>
          <p:cNvPr id="4" name="Slide Number Placeholder 3"/>
          <p:cNvSpPr>
            <a:spLocks noGrp="1"/>
          </p:cNvSpPr>
          <p:nvPr>
            <p:ph type="sldNum" sz="quarter" idx="5"/>
          </p:nvPr>
        </p:nvSpPr>
        <p:spPr/>
        <p:txBody>
          <a:bodyPr/>
          <a:lstStyle/>
          <a:p>
            <a:fld id="{B9CA9DBE-529D-484F-9A4B-9A5F2C5B5B77}" type="slidenum">
              <a:t>10</a:t>
            </a:fld>
            <a:endParaRPr lang="en-US"/>
          </a:p>
        </p:txBody>
      </p:sp>
    </p:spTree>
    <p:extLst>
      <p:ext uri="{BB962C8B-B14F-4D97-AF65-F5344CB8AC3E}">
        <p14:creationId xmlns:p14="http://schemas.microsoft.com/office/powerpoint/2010/main" val="2033331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06C0F-6E97-3397-4213-28B58510CF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5658-4421-9949-CCCB-A41FD0C4BBE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1208DDC-359B-41AC-A372-7CACE5226ED8}"/>
              </a:ext>
            </a:extLst>
          </p:cNvPr>
          <p:cNvSpPr>
            <a:spLocks noGrp="1"/>
          </p:cNvSpPr>
          <p:nvPr>
            <p:ph type="body" idx="1"/>
          </p:nvPr>
        </p:nvSpPr>
        <p:spPr/>
        <p:txBody>
          <a:bodyPr/>
          <a:lstStyle/>
          <a:p>
            <a:r>
              <a:rPr lang="en-US" dirty="0"/>
              <a:t>
Java 21 introduces Sequenced Collections as a finalized feature that brings long-overdue consistency to how ordered collections are accessed and manipulated. Prior to this change, developers had to rely on different method names and patterns depending on whether they were working with lists, deques, or maps. SequencedCollection, SequencedSet, and SequencedMap unify these concepts by explicitly modeling collections that have a well-defined encounter order. From a developer standpoint, this results in clearer, more expressive code. Methods such as </a:t>
            </a:r>
            <a:r>
              <a:rPr lang="en-US" dirty="0" err="1"/>
              <a:t>getFirst</a:t>
            </a:r>
            <a:r>
              <a:rPr lang="en-US" dirty="0"/>
              <a:t>(), </a:t>
            </a:r>
            <a:r>
              <a:rPr lang="en-US" dirty="0" err="1"/>
              <a:t>getLast</a:t>
            </a:r>
            <a:r>
              <a:rPr lang="en-US" dirty="0"/>
              <a:t>(), </a:t>
            </a:r>
            <a:r>
              <a:rPr lang="en-US" dirty="0" err="1"/>
              <a:t>addFirst</a:t>
            </a:r>
            <a:r>
              <a:rPr lang="en-US" dirty="0"/>
              <a:t>(), and </a:t>
            </a:r>
            <a:r>
              <a:rPr lang="en-US" dirty="0" err="1"/>
              <a:t>addLast</a:t>
            </a:r>
            <a:r>
              <a:rPr lang="en-US" dirty="0"/>
              <a:t>() eliminate the need for index-based access or specialized deque APIs when working with ordered data. This is particularly useful in domains such as event processing, caching, task scheduling, and streaming pipelines, where the notion of first and last elements is semantically meaningful. SequencedMap extends these benefits to key-value structures, making it easier to work with ordered maps without leaking implementation details like </a:t>
            </a:r>
            <a:r>
              <a:rPr lang="en-US" dirty="0" err="1"/>
              <a:t>LinkedHashMap</a:t>
            </a:r>
            <a:r>
              <a:rPr lang="en-US" dirty="0"/>
              <a:t>. Importantly, this feature is largely additive and backward-compatible. Existing collection implementations such as </a:t>
            </a:r>
            <a:r>
              <a:rPr lang="en-US" dirty="0" err="1"/>
              <a:t>ArrayList</a:t>
            </a:r>
            <a:r>
              <a:rPr lang="en-US" dirty="0"/>
              <a:t>, </a:t>
            </a:r>
            <a:r>
              <a:rPr lang="en-US" dirty="0" err="1"/>
              <a:t>LinkedHashSet</a:t>
            </a:r>
            <a:r>
              <a:rPr lang="en-US" dirty="0"/>
              <a:t>, and </a:t>
            </a:r>
            <a:r>
              <a:rPr lang="en-US" dirty="0" err="1"/>
              <a:t>LinkedHashMap</a:t>
            </a:r>
            <a:r>
              <a:rPr lang="en-US" dirty="0"/>
              <a:t> now implement the new interfaces where appropriate, meaning teams can adopt these APIs incrementally without refactoring existing code. From a learning and upskilling perspective, Sequenced Collections are a good example of Java evolving to improve API design clarity rather than just adding new abstractions. They encourage developers to write intention-revealing code and reduce subtle bugs caused by incorrect assumptions about ordering. When combined with other Java 21 features, they contribute to a cleaner, more maintainable codebase that is easier for teams to understand and evolve over time.</a:t>
            </a:r>
          </a:p>
        </p:txBody>
      </p:sp>
      <p:sp>
        <p:nvSpPr>
          <p:cNvPr id="4" name="Slide Number Placeholder 3">
            <a:extLst>
              <a:ext uri="{FF2B5EF4-FFF2-40B4-BE49-F238E27FC236}">
                <a16:creationId xmlns:a16="http://schemas.microsoft.com/office/drawing/2014/main" id="{5940C2F8-9428-C9F1-13CC-B37FAC8308F8}"/>
              </a:ext>
            </a:extLst>
          </p:cNvPr>
          <p:cNvSpPr>
            <a:spLocks noGrp="1"/>
          </p:cNvSpPr>
          <p:nvPr>
            <p:ph type="sldNum" sz="quarter" idx="5"/>
          </p:nvPr>
        </p:nvSpPr>
        <p:spPr/>
        <p:txBody>
          <a:bodyPr/>
          <a:lstStyle/>
          <a:p>
            <a:fld id="{B9CA9DBE-529D-484F-9A4B-9A5F2C5B5B77}" type="slidenum">
              <a:t>11</a:t>
            </a:fld>
            <a:endParaRPr lang="en-US"/>
          </a:p>
        </p:txBody>
      </p:sp>
    </p:spTree>
    <p:extLst>
      <p:ext uri="{BB962C8B-B14F-4D97-AF65-F5344CB8AC3E}">
        <p14:creationId xmlns:p14="http://schemas.microsoft.com/office/powerpoint/2010/main" val="1065050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Java 21 finalizes two closely related language enhancements: pattern matching for switch and record patterns. Together, these features significantly reduce boilerplate and improve correctness in code that performs conditional logic based on types or data structure shapes. Pattern matching for switch allows developers to replace verbose chains of </a:t>
            </a:r>
            <a:r>
              <a:rPr lang="en-US" dirty="0" err="1"/>
              <a:t>instanceof</a:t>
            </a:r>
            <a:r>
              <a:rPr lang="en-US" dirty="0"/>
              <a:t> checks and casts with a single, exhaustive switch expression. This not only makes the code more readable, but also enables the compiler to verify that all possible cases are handled, reducing runtime errors. Record patterns extend this idea by allowing direct decomposition of record components within patterns. Instead of manually extracting fields after a type check, developers can express both the shape and content of the data in a single construct. This is especially powerful in applications that rely heavily on immutable data carriers, such as event-driven systems, APIs, and domain models. From a productivity perspective, these features make business logic easier to follow and maintain. They encourage a more declarative style, where the structure of the code mirrors the structure of the data. For internal teams, this is an important learning area because it influences how new code should be written going forward. While existing code does not need to be rewritten, new features and services can immediately benefit from these constructs. Importantly, these enhancements are fully finalized in Java 21, meaning there is no preview risk. They represent Java’s continued evolution toward safer and more expressive language features, helping teams write code that is both concise and robust while remaining familiar to experienced Java developers.</a:t>
            </a:r>
          </a:p>
        </p:txBody>
      </p:sp>
      <p:sp>
        <p:nvSpPr>
          <p:cNvPr id="4" name="Slide Number Placeholder 3"/>
          <p:cNvSpPr>
            <a:spLocks noGrp="1"/>
          </p:cNvSpPr>
          <p:nvPr>
            <p:ph type="sldNum" sz="quarter" idx="5"/>
          </p:nvPr>
        </p:nvSpPr>
        <p:spPr/>
        <p:txBody>
          <a:bodyPr/>
          <a:lstStyle/>
          <a:p>
            <a:fld id="{B9CA9DBE-529D-484F-9A4B-9A5F2C5B5B77}" type="slidenum">
              <a:t>13</a:t>
            </a:fld>
            <a:endParaRPr lang="en-US"/>
          </a:p>
        </p:txBody>
      </p:sp>
    </p:spTree>
    <p:extLst>
      <p:ext uri="{BB962C8B-B14F-4D97-AF65-F5344CB8AC3E}">
        <p14:creationId xmlns:p14="http://schemas.microsoft.com/office/powerpoint/2010/main" val="778185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2F933-C70D-0A4F-D6A6-32C2BF0CD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AC87F-C6C9-405F-CC40-3C04E8D5B48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E785A9B-F027-D1D3-5E97-DE0945D409D3}"/>
              </a:ext>
            </a:extLst>
          </p:cNvPr>
          <p:cNvSpPr>
            <a:spLocks noGrp="1"/>
          </p:cNvSpPr>
          <p:nvPr>
            <p:ph type="body" idx="1"/>
          </p:nvPr>
        </p:nvSpPr>
        <p:spPr/>
        <p:txBody>
          <a:bodyPr/>
          <a:lstStyle/>
          <a:p>
            <a:r>
              <a:rPr lang="en-US" dirty="0"/>
              <a:t>Generational ZGC: Low-Latency Garbage Collection at Scale</a:t>
            </a:r>
          </a:p>
        </p:txBody>
      </p:sp>
      <p:sp>
        <p:nvSpPr>
          <p:cNvPr id="4" name="Slide Number Placeholder 3">
            <a:extLst>
              <a:ext uri="{FF2B5EF4-FFF2-40B4-BE49-F238E27FC236}">
                <a16:creationId xmlns:a16="http://schemas.microsoft.com/office/drawing/2014/main" id="{2AFD574C-5BCB-6E73-D1F9-E600F70DBEF8}"/>
              </a:ext>
            </a:extLst>
          </p:cNvPr>
          <p:cNvSpPr>
            <a:spLocks noGrp="1"/>
          </p:cNvSpPr>
          <p:nvPr>
            <p:ph type="sldNum" sz="quarter" idx="5"/>
          </p:nvPr>
        </p:nvSpPr>
        <p:spPr/>
        <p:txBody>
          <a:bodyPr/>
          <a:lstStyle/>
          <a:p>
            <a:fld id="{B9CA9DBE-529D-484F-9A4B-9A5F2C5B5B77}" type="slidenum">
              <a:t>14</a:t>
            </a:fld>
            <a:endParaRPr lang="en-US"/>
          </a:p>
        </p:txBody>
      </p:sp>
    </p:spTree>
    <p:extLst>
      <p:ext uri="{BB962C8B-B14F-4D97-AF65-F5344CB8AC3E}">
        <p14:creationId xmlns:p14="http://schemas.microsoft.com/office/powerpoint/2010/main" val="24952910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2">
            <a:lumMod val="90000"/>
          </a:schemeClr>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7E57259E-EB49-83B2-A198-68B73458BDEB}"/>
              </a:ext>
            </a:extLst>
          </p:cNvPr>
          <p:cNvSpPr>
            <a:spLocks noGrp="1"/>
          </p:cNvSpPr>
          <p:nvPr>
            <p:ph type="ctrTitle"/>
          </p:nvPr>
        </p:nvSpPr>
        <p:spPr>
          <a:xfrm>
            <a:off x="7716623" y="1411358"/>
            <a:ext cx="3736010" cy="2845567"/>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20" name="Subtitle 2">
            <a:extLst>
              <a:ext uri="{FF2B5EF4-FFF2-40B4-BE49-F238E27FC236}">
                <a16:creationId xmlns:a16="http://schemas.microsoft.com/office/drawing/2014/main" id="{A132AEC4-FCF7-2D11-D3D9-B11462CDCF92}"/>
              </a:ext>
            </a:extLst>
          </p:cNvPr>
          <p:cNvSpPr>
            <a:spLocks noGrp="1"/>
          </p:cNvSpPr>
          <p:nvPr>
            <p:ph type="subTitle" idx="1"/>
          </p:nvPr>
        </p:nvSpPr>
        <p:spPr>
          <a:xfrm>
            <a:off x="7716621" y="4403039"/>
            <a:ext cx="3729915" cy="1123122"/>
          </a:xfrm>
          <a:prstGeom prst="rect">
            <a:avLst/>
          </a:prstGeo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74" y="2231727"/>
            <a:ext cx="4564362" cy="429208"/>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9" y="5261154"/>
            <a:ext cx="1494490" cy="429205"/>
          </a:xfrm>
        </p:spPr>
        <p:txBody>
          <a:bodyPr/>
          <a:lstStyle>
            <a:lvl1pPr>
              <a:defRPr>
                <a:solidFill>
                  <a:schemeClr val="tx1"/>
                </a:solidFill>
                <a:effectLst/>
              </a:defRPr>
            </a:lvl1pPr>
          </a:lstStyle>
          <a:p>
            <a:fld id="{49B045A2-93A3-0245-952F-F70516988491}" type="datetime1">
              <a:rPr lang="en-US" smtClean="0"/>
              <a:t>4/29/2026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8" name="Picture Placeholder 13">
            <a:extLst>
              <a:ext uri="{FF2B5EF4-FFF2-40B4-BE49-F238E27FC236}">
                <a16:creationId xmlns:a16="http://schemas.microsoft.com/office/drawing/2014/main" id="{2D414E7B-9F49-92EB-7F2B-395CE70FEEBA}"/>
              </a:ext>
            </a:extLst>
          </p:cNvPr>
          <p:cNvSpPr>
            <a:spLocks noGrp="1"/>
          </p:cNvSpPr>
          <p:nvPr>
            <p:ph type="pic" sz="quarter" idx="15" hasCustomPrompt="1"/>
          </p:nvPr>
        </p:nvSpPr>
        <p:spPr>
          <a:xfrm>
            <a:off x="597728" y="-6350"/>
            <a:ext cx="6656839" cy="6873766"/>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A0C85949-E7A7-1597-9B25-6E4771C4834E}"/>
              </a:ext>
            </a:extLst>
          </p:cNvPr>
          <p:cNvCxnSpPr>
            <a:cxnSpLocks/>
          </p:cNvCxnSpPr>
          <p:nvPr userDrawn="1"/>
        </p:nvCxnSpPr>
        <p:spPr>
          <a:xfrm>
            <a:off x="7424272" y="164150"/>
            <a:ext cx="4767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ECB499A-44C1-4187-68C2-C06DFDB39E97}"/>
              </a:ext>
            </a:extLst>
          </p:cNvPr>
          <p:cNvCxnSpPr>
            <a:cxnSpLocks/>
          </p:cNvCxnSpPr>
          <p:nvPr userDrawn="1"/>
        </p:nvCxnSpPr>
        <p:spPr>
          <a:xfrm>
            <a:off x="74242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39F2815-A85D-9B68-7DDE-FE83662DD97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36641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E5A671A-CD1D-3726-5EBC-4251B0B1F630}"/>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34991"/>
            <a:ext cx="11323505" cy="75565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2067304" y="224196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53ED406-9BBB-8243-8F57-F2904DFCFBBC}"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652BC221-6328-07B8-5E00-E12DFAC6BF4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6" y="1572050"/>
            <a:ext cx="11323505" cy="4920463"/>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529824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543799" y="634990"/>
            <a:ext cx="4244009" cy="4227952"/>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543799" y="5189329"/>
            <a:ext cx="3741886" cy="1033669"/>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85" y="2231733"/>
            <a:ext cx="4564375" cy="42920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8" y="5261161"/>
            <a:ext cx="1494477" cy="429202"/>
          </a:xfrm>
        </p:spPr>
        <p:txBody>
          <a:bodyPr/>
          <a:lstStyle>
            <a:lvl1pPr>
              <a:defRPr>
                <a:solidFill>
                  <a:schemeClr val="tx1"/>
                </a:solidFill>
                <a:effectLst/>
              </a:defRPr>
            </a:lvl1pPr>
          </a:lstStyle>
          <a:p>
            <a:fld id="{6B7F706A-D109-3944-B52B-877BA50BC7DE}" type="datetime1">
              <a:rPr lang="en-US" smtClean="0"/>
              <a:t>4/29/2026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5" name="Picture Placeholder 13">
            <a:extLst>
              <a:ext uri="{FF2B5EF4-FFF2-40B4-BE49-F238E27FC236}">
                <a16:creationId xmlns:a16="http://schemas.microsoft.com/office/drawing/2014/main" id="{453992B1-FB53-5896-E556-2208A45F982B}"/>
              </a:ext>
            </a:extLst>
          </p:cNvPr>
          <p:cNvSpPr>
            <a:spLocks noGrp="1"/>
          </p:cNvSpPr>
          <p:nvPr>
            <p:ph type="pic" sz="quarter" idx="14" hasCustomPrompt="1"/>
          </p:nvPr>
        </p:nvSpPr>
        <p:spPr>
          <a:xfrm>
            <a:off x="597728" y="0"/>
            <a:ext cx="648892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b="1">
                <a:effectLst/>
              </a:rPr>
              <a:t> </a:t>
            </a:r>
            <a:endParaRPr lang="en-US"/>
          </a:p>
        </p:txBody>
      </p:sp>
      <p:cxnSp>
        <p:nvCxnSpPr>
          <p:cNvPr id="8" name="Straight Connector 7">
            <a:extLst>
              <a:ext uri="{FF2B5EF4-FFF2-40B4-BE49-F238E27FC236}">
                <a16:creationId xmlns:a16="http://schemas.microsoft.com/office/drawing/2014/main" id="{39A94CD3-3183-0F04-2405-7D52239F28A0}"/>
              </a:ext>
            </a:extLst>
          </p:cNvPr>
          <p:cNvCxnSpPr>
            <a:cxnSpLocks/>
          </p:cNvCxnSpPr>
          <p:nvPr userDrawn="1"/>
        </p:nvCxnSpPr>
        <p:spPr>
          <a:xfrm>
            <a:off x="7254575" y="164150"/>
            <a:ext cx="4937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2D7818A-B409-D3C7-1DEC-7919EC439E8E}"/>
              </a:ext>
            </a:extLst>
          </p:cNvPr>
          <p:cNvCxnSpPr>
            <a:cxnSpLocks/>
          </p:cNvCxnSpPr>
          <p:nvPr userDrawn="1"/>
        </p:nvCxnSpPr>
        <p:spPr>
          <a:xfrm>
            <a:off x="7254575"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2C8901F-66EF-1A3E-9AE7-B0A426C81DF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6214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2615D95-4353-B9DA-619F-62F51763C54C}"/>
              </a:ext>
            </a:extLst>
          </p:cNvPr>
          <p:cNvCxnSpPr>
            <a:cxnSpLocks/>
          </p:cNvCxnSpPr>
          <p:nvPr/>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48AEEAA7-1FB1-66FD-6698-0A692D3A2B96}"/>
              </a:ext>
            </a:extLst>
          </p:cNvPr>
          <p:cNvSpPr>
            <a:spLocks noGrp="1"/>
          </p:cNvSpPr>
          <p:nvPr>
            <p:ph type="title"/>
          </p:nvPr>
        </p:nvSpPr>
        <p:spPr>
          <a:xfrm>
            <a:off x="598327" y="5096040"/>
            <a:ext cx="10963656" cy="755659"/>
          </a:xfrm>
        </p:spPr>
        <p:txBody>
          <a:bodyPr anchor="b"/>
          <a:lstStyle/>
          <a:p>
            <a:r>
              <a:rPr lang="en-US"/>
              <a:t>Click to edit Master title style</a:t>
            </a:r>
          </a:p>
        </p:txBody>
      </p:sp>
      <p:sp>
        <p:nvSpPr>
          <p:cNvPr id="12" name="Subtitle 2">
            <a:extLst>
              <a:ext uri="{FF2B5EF4-FFF2-40B4-BE49-F238E27FC236}">
                <a16:creationId xmlns:a16="http://schemas.microsoft.com/office/drawing/2014/main" id="{F12A78E0-F03D-DA65-CE03-3BF1B174A306}"/>
              </a:ext>
            </a:extLst>
          </p:cNvPr>
          <p:cNvSpPr>
            <a:spLocks noGrp="1"/>
          </p:cNvSpPr>
          <p:nvPr>
            <p:ph type="subTitle" idx="1"/>
          </p:nvPr>
        </p:nvSpPr>
        <p:spPr>
          <a:xfrm>
            <a:off x="598328" y="5971305"/>
            <a:ext cx="10963656" cy="521208"/>
          </a:xfrm>
          <a:prstGeom prst="rect">
            <a:avLst/>
          </a:prstGeom>
        </p:spPr>
        <p:txBody>
          <a:bodyPr vert="horz" lIns="91440" tIns="45720" rIns="91440" bIns="45720" rtlCol="0" anchor="t">
            <a:normAutofit/>
          </a:bodyPr>
          <a:lstStyle>
            <a:lvl1pPr marL="0" indent="0">
              <a:buNone/>
              <a:defRPr lang="en-US" sz="1400" dirty="0"/>
            </a:lvl1pPr>
          </a:lstStyle>
          <a:p>
            <a:pPr lvl="0"/>
            <a:r>
              <a:rPr lang="en-US"/>
              <a:t>Click to edit Master subtitle style</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8943BE1-14A2-AD48-96B1-88BA0DE8B86C}" type="datetime1">
              <a:rPr lang="en-US" smtClean="0"/>
              <a:t>4/29/2026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98327" y="0"/>
            <a:ext cx="11593671" cy="4723939"/>
          </a:xfrm>
          <a:prstGeom prst="rect">
            <a:avLst/>
          </a:prstGeom>
          <a:blipFill dpi="0" rotWithShape="1">
            <a:blip r:embed="rId2">
              <a:alphaModFix amt="60000"/>
            </a:blip>
            <a:srcRect/>
            <a:stretch>
              <a:fillRect/>
            </a:stretch>
          </a:blipFill>
        </p:spPr>
        <p:txBody>
          <a:bodyPr/>
          <a:lstStyle>
            <a:lvl1pPr marL="0" indent="0">
              <a:buNone/>
              <a:defRPr/>
            </a:lvl1pPr>
          </a:lstStyle>
          <a:p>
            <a:r>
              <a:rPr lang="en-US" b="1">
                <a:effectLst/>
              </a:rPr>
              <a:t> </a:t>
            </a:r>
            <a:endParaRPr lang="en-US"/>
          </a:p>
        </p:txBody>
      </p:sp>
    </p:spTree>
    <p:extLst>
      <p:ext uri="{BB962C8B-B14F-4D97-AF65-F5344CB8AC3E}">
        <p14:creationId xmlns:p14="http://schemas.microsoft.com/office/powerpoint/2010/main" val="739461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bg2">
            <a:lumMod val="9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812441-B03B-71E2-9A2F-F3AF112B2CB1}"/>
              </a:ext>
            </a:extLst>
          </p:cNvPr>
          <p:cNvSpPr>
            <a:spLocks noGrp="1"/>
          </p:cNvSpPr>
          <p:nvPr>
            <p:ph type="ctrTitle"/>
          </p:nvPr>
        </p:nvSpPr>
        <p:spPr>
          <a:xfrm>
            <a:off x="612648" y="1373807"/>
            <a:ext cx="3892269" cy="3331896"/>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6" name="Subtitle 2">
            <a:extLst>
              <a:ext uri="{FF2B5EF4-FFF2-40B4-BE49-F238E27FC236}">
                <a16:creationId xmlns:a16="http://schemas.microsoft.com/office/drawing/2014/main" id="{61F41BB3-E8DA-23DD-7C7E-6AEEA88BD674}"/>
              </a:ext>
            </a:extLst>
          </p:cNvPr>
          <p:cNvSpPr>
            <a:spLocks noGrp="1"/>
          </p:cNvSpPr>
          <p:nvPr>
            <p:ph type="subTitle" idx="1"/>
          </p:nvPr>
        </p:nvSpPr>
        <p:spPr>
          <a:xfrm>
            <a:off x="612649" y="4811646"/>
            <a:ext cx="3174160" cy="1411356"/>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cxnSp>
        <p:nvCxnSpPr>
          <p:cNvPr id="5" name="Straight Connector 4">
            <a:extLst>
              <a:ext uri="{FF2B5EF4-FFF2-40B4-BE49-F238E27FC236}">
                <a16:creationId xmlns:a16="http://schemas.microsoft.com/office/drawing/2014/main" id="{61F22791-F1DC-82EE-574A-946C4F39A8F5}"/>
              </a:ext>
            </a:extLst>
          </p:cNvPr>
          <p:cNvCxnSpPr>
            <a:cxnSpLocks/>
          </p:cNvCxnSpPr>
          <p:nvPr userDrawn="1"/>
        </p:nvCxnSpPr>
        <p:spPr>
          <a:xfrm>
            <a:off x="429209" y="164150"/>
            <a:ext cx="450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rot="16200000">
            <a:off x="-2067733" y="2231455"/>
            <a:ext cx="4564378" cy="429768"/>
          </a:xfrm>
        </p:spPr>
        <p:txBody>
          <a:body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rot="16200000">
            <a:off x="-537354" y="5265452"/>
            <a:ext cx="1494475" cy="420624"/>
          </a:xfrm>
        </p:spPr>
        <p:txBody>
          <a:bodyPr/>
          <a:lstStyle/>
          <a:p>
            <a:fld id="{D6DB9EC1-C4C2-B548-AAAE-47A4C38F1382}" type="datetime1">
              <a:rPr lang="en-US" smtClean="0"/>
              <a:t>4/29/2026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29" y="6492875"/>
            <a:ext cx="429207" cy="365125"/>
          </a:xfrm>
        </p:spPr>
        <p:txBody>
          <a:bodyPr/>
          <a:lstStyle/>
          <a:p>
            <a:fld id="{CC057153-B650-4DEB-B370-79DDCFDCE934}" type="slidenum">
              <a:rPr lang="en-US" smtClean="0"/>
              <a:t>‹#›</a:t>
            </a:fld>
            <a:endParaRPr lang="en-US"/>
          </a:p>
        </p:txBody>
      </p:sp>
      <p:sp>
        <p:nvSpPr>
          <p:cNvPr id="13" name="Picture Placeholder 10">
            <a:extLst>
              <a:ext uri="{FF2B5EF4-FFF2-40B4-BE49-F238E27FC236}">
                <a16:creationId xmlns:a16="http://schemas.microsoft.com/office/drawing/2014/main" id="{8E488C3A-0D21-4B03-AE9F-2575D71F1BE5}"/>
              </a:ext>
            </a:extLst>
          </p:cNvPr>
          <p:cNvSpPr>
            <a:spLocks noGrp="1"/>
          </p:cNvSpPr>
          <p:nvPr>
            <p:ph type="pic" sz="quarter" idx="13" hasCustomPrompt="1"/>
          </p:nvPr>
        </p:nvSpPr>
        <p:spPr>
          <a:xfrm>
            <a:off x="5111574" y="0"/>
            <a:ext cx="7080426"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10" name="Straight Connector 9">
            <a:extLst>
              <a:ext uri="{FF2B5EF4-FFF2-40B4-BE49-F238E27FC236}">
                <a16:creationId xmlns:a16="http://schemas.microsoft.com/office/drawing/2014/main" id="{EDC9DC64-28F1-DE35-BA93-42BE9EDD8B26}"/>
              </a:ext>
            </a:extLst>
          </p:cNvPr>
          <p:cNvCxnSpPr>
            <a:cxnSpLocks/>
          </p:cNvCxnSpPr>
          <p:nvPr userDrawn="1"/>
        </p:nvCxnSpPr>
        <p:spPr>
          <a:xfrm>
            <a:off x="493405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A3CE87-786A-4910-E740-1852BBC75C5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96088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2"/>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BFAA997-E292-EBAB-2E9D-3845D76D6263}"/>
              </a:ext>
            </a:extLst>
          </p:cNvPr>
          <p:cNvSpPr>
            <a:spLocks noGrp="1"/>
          </p:cNvSpPr>
          <p:nvPr>
            <p:ph type="ctrTitle"/>
          </p:nvPr>
        </p:nvSpPr>
        <p:spPr>
          <a:xfrm>
            <a:off x="612648" y="353804"/>
            <a:ext cx="9598152" cy="4099340"/>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12" name="Subtitle 2">
            <a:extLst>
              <a:ext uri="{FF2B5EF4-FFF2-40B4-BE49-F238E27FC236}">
                <a16:creationId xmlns:a16="http://schemas.microsoft.com/office/drawing/2014/main" id="{2CE2F65D-E74D-73DE-8713-5AD69E7CEEB1}"/>
              </a:ext>
            </a:extLst>
          </p:cNvPr>
          <p:cNvSpPr>
            <a:spLocks noGrp="1"/>
          </p:cNvSpPr>
          <p:nvPr>
            <p:ph type="subTitle" idx="1"/>
          </p:nvPr>
        </p:nvSpPr>
        <p:spPr>
          <a:xfrm>
            <a:off x="612646" y="5588006"/>
            <a:ext cx="7769354" cy="634991"/>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cxnSp>
        <p:nvCxnSpPr>
          <p:cNvPr id="8" name="Straight Connector 7">
            <a:extLst>
              <a:ext uri="{FF2B5EF4-FFF2-40B4-BE49-F238E27FC236}">
                <a16:creationId xmlns:a16="http://schemas.microsoft.com/office/drawing/2014/main" id="{D8D58296-262D-E3A1-3EDA-108D59ADDEB9}"/>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E98C5E6-9287-6A44-A9ED-68C630E53090}" type="datetime1">
              <a:rPr lang="en-US" smtClean="0"/>
              <a:t>4/29/2026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5FC82B15-2BAA-B79D-562D-AB6EE143DF7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2128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2">
            <a:lumMod val="90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3784593-B08F-6412-D575-67F684C5A929}"/>
              </a:ext>
            </a:extLst>
          </p:cNvPr>
          <p:cNvSpPr>
            <a:spLocks noGrp="1"/>
          </p:cNvSpPr>
          <p:nvPr>
            <p:ph type="ctrTitle"/>
          </p:nvPr>
        </p:nvSpPr>
        <p:spPr>
          <a:xfrm>
            <a:off x="598578" y="2018460"/>
            <a:ext cx="9140954" cy="3236439"/>
          </a:xfrm>
        </p:spPr>
        <p:txBody>
          <a:bodyPr vert="horz" lIns="91440" tIns="45720" rIns="91440" bIns="45720" rtlCol="0" anchor="b">
            <a:noAutofit/>
          </a:bodyPr>
          <a:lstStyle>
            <a:lvl1pPr>
              <a:defRPr lang="en-US" sz="6000" dirty="0"/>
            </a:lvl1pPr>
          </a:lstStyle>
          <a:p>
            <a:pPr lvl="0"/>
            <a:r>
              <a:rPr lang="en-US"/>
              <a:t>Click to edit Master title style</a:t>
            </a:r>
          </a:p>
        </p:txBody>
      </p:sp>
      <p:sp>
        <p:nvSpPr>
          <p:cNvPr id="10" name="Subtitle 2">
            <a:extLst>
              <a:ext uri="{FF2B5EF4-FFF2-40B4-BE49-F238E27FC236}">
                <a16:creationId xmlns:a16="http://schemas.microsoft.com/office/drawing/2014/main" id="{4192A629-1C7A-908C-99B6-E95B0C98017A}"/>
              </a:ext>
            </a:extLst>
          </p:cNvPr>
          <p:cNvSpPr>
            <a:spLocks noGrp="1"/>
          </p:cNvSpPr>
          <p:nvPr>
            <p:ph type="subTitle" idx="1"/>
          </p:nvPr>
        </p:nvSpPr>
        <p:spPr>
          <a:xfrm>
            <a:off x="598579" y="5477529"/>
            <a:ext cx="7312153" cy="1014984"/>
          </a:xfrm>
          <a:prstGeom prst="rect">
            <a:avLst/>
          </a:prstGeo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cxnSp>
        <p:nvCxnSpPr>
          <p:cNvPr id="9" name="Straight Connector 8">
            <a:extLst>
              <a:ext uri="{FF2B5EF4-FFF2-40B4-BE49-F238E27FC236}">
                <a16:creationId xmlns:a16="http://schemas.microsoft.com/office/drawing/2014/main" id="{617A912A-256D-661B-C181-034D06ED868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AF22403-57C6-1844-A1CE-EC8B0C9F71DA}" type="datetime1">
              <a:rPr lang="en-US" smtClean="0"/>
              <a:t>4/29/2026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8" name="Straight Connector 7">
            <a:extLst>
              <a:ext uri="{FF2B5EF4-FFF2-40B4-BE49-F238E27FC236}">
                <a16:creationId xmlns:a16="http://schemas.microsoft.com/office/drawing/2014/main" id="{DCC649EA-F1C7-472F-52D7-A93BB7EC19B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76014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10FCED8-73AC-58D6-B68F-AAFD305C6675}"/>
              </a:ext>
            </a:extLst>
          </p:cNvPr>
          <p:cNvSpPr>
            <a:spLocks noGrp="1"/>
          </p:cNvSpPr>
          <p:nvPr>
            <p:ph type="ctrTitle"/>
          </p:nvPr>
        </p:nvSpPr>
        <p:spPr>
          <a:xfrm>
            <a:off x="1981200" y="1560442"/>
            <a:ext cx="8229600" cy="2379013"/>
          </a:xfrm>
        </p:spPr>
        <p:txBody>
          <a:bodyPr anchor="b">
            <a:normAutofit/>
          </a:bodyPr>
          <a:lstStyle>
            <a:lvl1pPr algn="ctr">
              <a:defRPr sz="6000"/>
            </a:lvl1pPr>
          </a:lstStyle>
          <a:p>
            <a:r>
              <a:rPr lang="en-US"/>
              <a:t>Click to edit Master title style</a:t>
            </a:r>
          </a:p>
        </p:txBody>
      </p:sp>
      <p:sp>
        <p:nvSpPr>
          <p:cNvPr id="10" name="Subtitle 2">
            <a:extLst>
              <a:ext uri="{FF2B5EF4-FFF2-40B4-BE49-F238E27FC236}">
                <a16:creationId xmlns:a16="http://schemas.microsoft.com/office/drawing/2014/main" id="{D983008E-F782-B9DD-6537-0B9EAE9279E9}"/>
              </a:ext>
            </a:extLst>
          </p:cNvPr>
          <p:cNvSpPr>
            <a:spLocks noGrp="1"/>
          </p:cNvSpPr>
          <p:nvPr>
            <p:ph type="subTitle" idx="1"/>
          </p:nvPr>
        </p:nvSpPr>
        <p:spPr>
          <a:xfrm>
            <a:off x="2301923" y="4039648"/>
            <a:ext cx="7588155" cy="1029310"/>
          </a:xfrm>
          <a:prstGeom prst="rect">
            <a:avLst/>
          </a:prstGeom>
        </p:spPr>
        <p:txBody>
          <a:bodyPr>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9" name="Straight Connector 8">
            <a:extLst>
              <a:ext uri="{FF2B5EF4-FFF2-40B4-BE49-F238E27FC236}">
                <a16:creationId xmlns:a16="http://schemas.microsoft.com/office/drawing/2014/main" id="{0CFC45B0-B1A3-3E44-43D7-C15E5073EEB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EF67CE4-B6BA-0C48-874C-4DFD10A9B4AF}" type="datetime1">
              <a:rPr lang="en-US" smtClean="0"/>
              <a:t>4/29/2026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a:extLst>
              <a:ext uri="{FF2B5EF4-FFF2-40B4-BE49-F238E27FC236}">
                <a16:creationId xmlns:a16="http://schemas.microsoft.com/office/drawing/2014/main" id="{3BEA1CDC-959E-33FA-9AF1-75DB91B6A96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398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A27FB5B-F1F4-96F1-0152-318F0A4000BC}"/>
              </a:ext>
            </a:extLst>
          </p:cNvPr>
          <p:cNvCxnSpPr/>
          <p:nvPr/>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9355388B-2964-6FA6-1B0D-6858F19DB09C}"/>
              </a:ext>
            </a:extLst>
          </p:cNvPr>
          <p:cNvSpPr>
            <a:spLocks noGrp="1"/>
          </p:cNvSpPr>
          <p:nvPr>
            <p:ph type="ctrTitle" hasCustomPrompt="1"/>
          </p:nvPr>
        </p:nvSpPr>
        <p:spPr>
          <a:xfrm>
            <a:off x="612648" y="1001713"/>
            <a:ext cx="7909560" cy="5477510"/>
          </a:xfrm>
        </p:spPr>
        <p:txBody>
          <a:bodyPr vert="horz" lIns="91440" tIns="45720" rIns="91440" bIns="45720" rtlCol="0" anchor="b">
            <a:normAutofit/>
          </a:bodyPr>
          <a:lstStyle>
            <a:lvl1pPr>
              <a:defRPr lang="en-US" sz="6000" dirty="0">
                <a:solidFill>
                  <a:schemeClr val="bg1"/>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2E0ED0FC-24F7-C844-8E98-AE6A55D9AF57}" type="datetime1">
              <a:rPr lang="en-US" smtClean="0"/>
              <a:t>4/29/2026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61593392-0733-4701-8F74-B58075202E27}"/>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5772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5807522-A1BC-0AAD-E7B4-C948DF50EAC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55A84E-CDD9-01F9-8DA0-BCAED7E43D04}"/>
              </a:ext>
            </a:extLst>
          </p:cNvPr>
          <p:cNvSpPr>
            <a:spLocks noGrp="1"/>
          </p:cNvSpPr>
          <p:nvPr>
            <p:ph type="title" hasCustomPrompt="1"/>
          </p:nvPr>
        </p:nvSpPr>
        <p:spPr>
          <a:xfrm>
            <a:off x="609599" y="634988"/>
            <a:ext cx="4754563" cy="5568895"/>
          </a:xfrm>
        </p:spPr>
        <p:txBody>
          <a:bodyPr anchor="ctr">
            <a:normAutofit/>
          </a:bodyPr>
          <a:lstStyle>
            <a:lvl1pPr algn="ctr">
              <a:defRPr sz="3600"/>
            </a:lvl1pPr>
          </a:lstStyle>
          <a:p>
            <a:r>
              <a:rPr lang="en-US"/>
              <a:t>Agenda</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0B683C1-A69F-6246-93C5-635FEE862ABF}" type="datetime1">
              <a:rPr lang="en-US" smtClean="0"/>
              <a:t>4/29/2026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Content Placeholder 6">
            <a:extLst>
              <a:ext uri="{FF2B5EF4-FFF2-40B4-BE49-F238E27FC236}">
                <a16:creationId xmlns:a16="http://schemas.microsoft.com/office/drawing/2014/main" id="{731916B7-ECCD-C24F-03F1-DB5BB483E71F}"/>
              </a:ext>
            </a:extLst>
          </p:cNvPr>
          <p:cNvSpPr>
            <a:spLocks noGrp="1"/>
          </p:cNvSpPr>
          <p:nvPr>
            <p:ph sz="quarter" idx="13"/>
          </p:nvPr>
        </p:nvSpPr>
        <p:spPr>
          <a:xfrm>
            <a:off x="5725556" y="634989"/>
            <a:ext cx="5501871" cy="5568895"/>
          </a:xfrm>
          <a:prstGeom prst="rect">
            <a:avLst/>
          </a:prstGeom>
        </p:spPr>
        <p:txBody>
          <a:bodyPr anchor="ctr">
            <a:normAutofit/>
          </a:bodyPr>
          <a:lstStyle>
            <a:lvl1pPr marL="457200" indent="-457200">
              <a:buFont typeface="+mj-lt"/>
              <a:buAutoNum type="arabicPeriod"/>
              <a:defRPr sz="1400"/>
            </a:lvl1pPr>
            <a:lvl2pPr marL="685800" indent="-4572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3739F038-F9FC-1926-4D71-CC8CA3499051}"/>
              </a:ext>
            </a:extLst>
          </p:cNvPr>
          <p:cNvCxnSpPr>
            <a:cxnSpLocks/>
          </p:cNvCxnSpPr>
          <p:nvPr userDrawn="1"/>
        </p:nvCxnSpPr>
        <p:spPr>
          <a:xfrm>
            <a:off x="5544868" y="164150"/>
            <a:ext cx="66471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A97BDF7-C98C-7BAF-72C0-73D855999627}"/>
              </a:ext>
            </a:extLst>
          </p:cNvPr>
          <p:cNvCxnSpPr>
            <a:cxnSpLocks/>
          </p:cNvCxnSpPr>
          <p:nvPr userDrawn="1"/>
        </p:nvCxnSpPr>
        <p:spPr>
          <a:xfrm>
            <a:off x="554486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795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C92E087-D311-16FB-DFD8-7DFD79458D04}"/>
              </a:ext>
            </a:extLst>
          </p:cNvPr>
          <p:cNvCxnSpPr>
            <a:cxnSpLocks/>
          </p:cNvCxnSpPr>
          <p:nvPr userDrawn="1"/>
        </p:nvCxnSpPr>
        <p:spPr>
          <a:xfrm>
            <a:off x="4734117" y="164150"/>
            <a:ext cx="74578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B660C5CD-5D68-8F5D-7451-71E5050BBB85}"/>
              </a:ext>
            </a:extLst>
          </p:cNvPr>
          <p:cNvSpPr>
            <a:spLocks noGrp="1"/>
          </p:cNvSpPr>
          <p:nvPr>
            <p:ph type="title" hasCustomPrompt="1"/>
          </p:nvPr>
        </p:nvSpPr>
        <p:spPr>
          <a:xfrm>
            <a:off x="5366300" y="634989"/>
            <a:ext cx="5916508" cy="2010163"/>
          </a:xfrm>
        </p:spPr>
        <p:txBody>
          <a:bodyPr anchor="b">
            <a:normAutofit/>
          </a:bodyPr>
          <a:lstStyle>
            <a:lvl1pPr>
              <a:defRPr sz="3600"/>
            </a:lvl1pPr>
          </a:lstStyle>
          <a:p>
            <a:r>
              <a:rPr lang="en-US"/>
              <a:t>Agenda</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16200000">
            <a:off x="-2067304" y="2231454"/>
            <a:ext cx="4564376" cy="429768"/>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16200000">
            <a:off x="-532353" y="5260880"/>
            <a:ext cx="1494474" cy="429768"/>
          </a:xfrm>
        </p:spPr>
        <p:txBody>
          <a:bodyPr/>
          <a:lstStyle/>
          <a:p>
            <a:fld id="{1E1C6775-CD52-A54C-A886-04159AE48FCC}" type="datetime1">
              <a:rPr lang="en-US" smtClean="0"/>
              <a:t>4/29/2026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598329" y="0"/>
            <a:ext cx="3967253"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b="1">
                <a:effectLst/>
              </a:rPr>
              <a:t> </a:t>
            </a:r>
            <a:endParaRPr lang="en-US"/>
          </a:p>
        </p:txBody>
      </p:sp>
      <p:cxnSp>
        <p:nvCxnSpPr>
          <p:cNvPr id="14" name="Straight Connector 13">
            <a:extLst>
              <a:ext uri="{FF2B5EF4-FFF2-40B4-BE49-F238E27FC236}">
                <a16:creationId xmlns:a16="http://schemas.microsoft.com/office/drawing/2014/main" id="{6EC5A10F-4276-544F-CA8D-14E3EDCA493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6">
            <a:extLst>
              <a:ext uri="{FF2B5EF4-FFF2-40B4-BE49-F238E27FC236}">
                <a16:creationId xmlns:a16="http://schemas.microsoft.com/office/drawing/2014/main" id="{5CF91619-8B0D-4421-A55F-551E27448797}"/>
              </a:ext>
            </a:extLst>
          </p:cNvPr>
          <p:cNvSpPr>
            <a:spLocks noGrp="1"/>
          </p:cNvSpPr>
          <p:nvPr>
            <p:ph sz="quarter" idx="13"/>
          </p:nvPr>
        </p:nvSpPr>
        <p:spPr>
          <a:xfrm>
            <a:off x="5366301" y="2785844"/>
            <a:ext cx="5916507" cy="3436789"/>
          </a:xfrm>
          <a:prstGeom prst="rect">
            <a:avLst/>
          </a:prstGeo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33DCD739-74E4-2105-6F53-768C6751732F}"/>
              </a:ext>
            </a:extLst>
          </p:cNvPr>
          <p:cNvCxnSpPr>
            <a:cxnSpLocks/>
          </p:cNvCxnSpPr>
          <p:nvPr userDrawn="1"/>
        </p:nvCxnSpPr>
        <p:spPr>
          <a:xfrm>
            <a:off x="473411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698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30124F2-891B-DC7A-86AD-C038AE8A649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9341AF79-3F16-A8E7-007E-1A2980E81DD4}"/>
              </a:ext>
            </a:extLst>
          </p:cNvPr>
          <p:cNvSpPr>
            <a:spLocks noGrp="1"/>
          </p:cNvSpPr>
          <p:nvPr>
            <p:ph type="title"/>
          </p:nvPr>
        </p:nvSpPr>
        <p:spPr>
          <a:xfrm>
            <a:off x="2790911" y="2133600"/>
            <a:ext cx="6623436" cy="1070776"/>
          </a:xfrm>
        </p:spPr>
        <p:txBody>
          <a:bodyPr anchor="b">
            <a:noAutofit/>
          </a:bodyPr>
          <a:lstStyle>
            <a:lvl1pPr algn="ct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C33FAE-1362-BD4C-BD27-D14D765263BE}"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a:extLst>
              <a:ext uri="{FF2B5EF4-FFF2-40B4-BE49-F238E27FC236}">
                <a16:creationId xmlns:a16="http://schemas.microsoft.com/office/drawing/2014/main" id="{CD1D8F17-EF76-0E40-74BF-199C6164260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C931F20E-084F-FB1E-5BCE-895E1E7C00A8}"/>
              </a:ext>
            </a:extLst>
          </p:cNvPr>
          <p:cNvSpPr>
            <a:spLocks noGrp="1"/>
          </p:cNvSpPr>
          <p:nvPr>
            <p:ph sz="quarter" idx="13"/>
          </p:nvPr>
        </p:nvSpPr>
        <p:spPr>
          <a:xfrm>
            <a:off x="3768786" y="3335364"/>
            <a:ext cx="4659735" cy="1645198"/>
          </a:xfrm>
          <a:prstGeom prst="rect">
            <a:avLst/>
          </a:prstGeo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5777310"/>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FA3D046-B01C-DBA5-51DF-DBED5201FE45}"/>
              </a:ext>
            </a:extLst>
          </p:cNvPr>
          <p:cNvSpPr>
            <a:spLocks noGrp="1"/>
          </p:cNvSpPr>
          <p:nvPr>
            <p:ph type="title"/>
          </p:nvPr>
        </p:nvSpPr>
        <p:spPr>
          <a:xfrm>
            <a:off x="612646" y="639308"/>
            <a:ext cx="3493858" cy="3456894"/>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325E669-05A6-404B-8715-25833A839546}"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A9054AC9-7FE7-AA63-76C1-0BB3E059FCE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6597F5E1-A046-AB64-9D7D-F213B99BA206}"/>
              </a:ext>
            </a:extLst>
          </p:cNvPr>
          <p:cNvSpPr>
            <a:spLocks noGrp="1"/>
          </p:cNvSpPr>
          <p:nvPr>
            <p:ph sz="quarter" idx="13"/>
          </p:nvPr>
        </p:nvSpPr>
        <p:spPr>
          <a:xfrm>
            <a:off x="4784847" y="634990"/>
            <a:ext cx="4956175" cy="34612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2A7D9751-738D-5DDB-78D9-0E6ADE16DBF4}"/>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097523F-06BD-1944-4024-B46F8F3B01EF}"/>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131682"/>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78FADAF-0BCA-C95A-D2BE-C98740CF0EB8}"/>
              </a:ext>
            </a:extLst>
          </p:cNvPr>
          <p:cNvSpPr>
            <a:spLocks noGrp="1"/>
          </p:cNvSpPr>
          <p:nvPr>
            <p:ph type="title"/>
          </p:nvPr>
        </p:nvSpPr>
        <p:spPr>
          <a:xfrm>
            <a:off x="614678" y="634556"/>
            <a:ext cx="3923455" cy="4083580"/>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6DFBFE4-ABE6-4446-98A0-81193AB08FE6}"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D32B1FAB-0434-52D4-45F7-F1C56FA427F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3B645384-979B-3284-353F-AE6BA73B6308}"/>
              </a:ext>
            </a:extLst>
          </p:cNvPr>
          <p:cNvSpPr>
            <a:spLocks noGrp="1"/>
          </p:cNvSpPr>
          <p:nvPr>
            <p:ph sz="quarter" idx="13"/>
          </p:nvPr>
        </p:nvSpPr>
        <p:spPr>
          <a:xfrm>
            <a:off x="5156011" y="634990"/>
            <a:ext cx="6045390"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31DE67CE-9944-D773-D6CE-6886E0FC7B92}"/>
              </a:ext>
            </a:extLst>
          </p:cNvPr>
          <p:cNvCxnSpPr>
            <a:cxnSpLocks/>
          </p:cNvCxnSpPr>
          <p:nvPr userDrawn="1"/>
        </p:nvCxnSpPr>
        <p:spPr>
          <a:xfrm>
            <a:off x="4845153" y="164150"/>
            <a:ext cx="73468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C4113B4-BD8F-E8D0-B91A-25A71EBD29DB}"/>
              </a:ext>
            </a:extLst>
          </p:cNvPr>
          <p:cNvCxnSpPr>
            <a:cxnSpLocks/>
          </p:cNvCxnSpPr>
          <p:nvPr userDrawn="1"/>
        </p:nvCxnSpPr>
        <p:spPr>
          <a:xfrm>
            <a:off x="484515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79591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5">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C402DE-0801-3DC8-B525-21BE7D10845C}"/>
              </a:ext>
            </a:extLst>
          </p:cNvPr>
          <p:cNvSpPr>
            <a:spLocks noGrp="1"/>
          </p:cNvSpPr>
          <p:nvPr>
            <p:ph type="title"/>
          </p:nvPr>
        </p:nvSpPr>
        <p:spPr>
          <a:xfrm>
            <a:off x="614677" y="634990"/>
            <a:ext cx="3496147" cy="4940661"/>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830A1E6-64A0-A640-8661-BD4B0C6BF0D6}"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68F4B9D1-5247-53CB-C1FC-9E3459BF1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7">
            <a:extLst>
              <a:ext uri="{FF2B5EF4-FFF2-40B4-BE49-F238E27FC236}">
                <a16:creationId xmlns:a16="http://schemas.microsoft.com/office/drawing/2014/main" id="{FAFB8F5C-FBC3-1AD5-7B6E-3D6E72CC8EDA}"/>
              </a:ext>
            </a:extLst>
          </p:cNvPr>
          <p:cNvSpPr>
            <a:spLocks noGrp="1"/>
          </p:cNvSpPr>
          <p:nvPr>
            <p:ph sz="quarter" idx="13"/>
          </p:nvPr>
        </p:nvSpPr>
        <p:spPr>
          <a:xfrm>
            <a:off x="4800600" y="634990"/>
            <a:ext cx="6775703" cy="49406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2E987FE6-F1FA-D76D-889F-27925E215AFE}"/>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4D5175A-6AE4-265E-5E7C-0D58C0399013}"/>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741323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6">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A14E02C-EAB1-336F-35FC-74C50ABEE3F5}"/>
              </a:ext>
            </a:extLst>
          </p:cNvPr>
          <p:cNvSpPr>
            <a:spLocks noGrp="1"/>
          </p:cNvSpPr>
          <p:nvPr>
            <p:ph type="title"/>
          </p:nvPr>
        </p:nvSpPr>
        <p:spPr>
          <a:xfrm>
            <a:off x="612646" y="634991"/>
            <a:ext cx="3203979" cy="2960689"/>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E2C4FF-3DB1-694D-98F8-CDB69183155A}"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CE7E8DAF-8174-2859-E029-6F85464CAC9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228395-2719-9A44-CE27-6CFD8BD848E8}"/>
              </a:ext>
            </a:extLst>
          </p:cNvPr>
          <p:cNvCxnSpPr>
            <a:cxnSpLocks/>
          </p:cNvCxnSpPr>
          <p:nvPr userDrawn="1"/>
        </p:nvCxnSpPr>
        <p:spPr>
          <a:xfrm>
            <a:off x="4076527" y="164150"/>
            <a:ext cx="81154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83E6F6-12DD-3AC0-8C59-D6E9DEDA1456}"/>
              </a:ext>
            </a:extLst>
          </p:cNvPr>
          <p:cNvCxnSpPr>
            <a:cxnSpLocks/>
          </p:cNvCxnSpPr>
          <p:nvPr userDrawn="1"/>
        </p:nvCxnSpPr>
        <p:spPr>
          <a:xfrm>
            <a:off x="40765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7">
            <a:extLst>
              <a:ext uri="{FF2B5EF4-FFF2-40B4-BE49-F238E27FC236}">
                <a16:creationId xmlns:a16="http://schemas.microsoft.com/office/drawing/2014/main" id="{A0FAA1F1-BF1B-05BE-95CD-DAD1794AEEC3}"/>
              </a:ext>
            </a:extLst>
          </p:cNvPr>
          <p:cNvSpPr>
            <a:spLocks noGrp="1"/>
          </p:cNvSpPr>
          <p:nvPr>
            <p:ph sz="quarter" idx="13"/>
          </p:nvPr>
        </p:nvSpPr>
        <p:spPr>
          <a:xfrm>
            <a:off x="4336430" y="634990"/>
            <a:ext cx="7239873" cy="522128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9480357"/>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Ref idx="1001">
        <a:schemeClr val="bg1"/>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CB705E-6980-8EA2-DEFB-527BC9F42B3C}"/>
              </a:ext>
            </a:extLst>
          </p:cNvPr>
          <p:cNvSpPr>
            <a:spLocks noGrp="1"/>
          </p:cNvSpPr>
          <p:nvPr>
            <p:ph type="title"/>
          </p:nvPr>
        </p:nvSpPr>
        <p:spPr>
          <a:xfrm>
            <a:off x="5195209" y="649229"/>
            <a:ext cx="6426389" cy="1315029"/>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rot="16200000">
            <a:off x="-2067304" y="223145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532354" y="5260879"/>
            <a:ext cx="1494475" cy="429768"/>
          </a:xfrm>
        </p:spPr>
        <p:txBody>
          <a:bodyPr/>
          <a:lstStyle/>
          <a:p>
            <a:fld id="{3B20CA3A-3B93-8A4D-A86D-073A7B7FB78B}" type="datetime1">
              <a:rPr lang="en-US" smtClean="0"/>
              <a:t>4/29/2026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1"/>
            <a:ext cx="3955689" cy="6858000"/>
          </a:xfrm>
          <a:prstGeom prst="rect">
            <a:avLst/>
          </a:prstGeom>
          <a:blipFill dpi="0" rotWithShape="1">
            <a:blip r:embed="rId2">
              <a:alphaModFix amt="60000"/>
            </a:blip>
            <a:srcRect/>
            <a:stretch>
              <a:fillRect l="-2278" r="-6699"/>
            </a:stretch>
          </a:blipFill>
        </p:spPr>
        <p:txBody>
          <a:bodyPr/>
          <a:lstStyle>
            <a:lvl1pPr marL="0" indent="0">
              <a:buNone/>
              <a:defRPr/>
            </a:lvl1pPr>
          </a:lstStyle>
          <a:p>
            <a:r>
              <a:rPr lang="en-US"/>
              <a:t> </a:t>
            </a:r>
          </a:p>
        </p:txBody>
      </p:sp>
      <p:sp>
        <p:nvSpPr>
          <p:cNvPr id="13" name="Content Placeholder 7">
            <a:extLst>
              <a:ext uri="{FF2B5EF4-FFF2-40B4-BE49-F238E27FC236}">
                <a16:creationId xmlns:a16="http://schemas.microsoft.com/office/drawing/2014/main" id="{1DEA9FDC-933A-D673-02B2-DFC917E1F183}"/>
              </a:ext>
            </a:extLst>
          </p:cNvPr>
          <p:cNvSpPr>
            <a:spLocks noGrp="1"/>
          </p:cNvSpPr>
          <p:nvPr>
            <p:ph sz="quarter" idx="14"/>
          </p:nvPr>
        </p:nvSpPr>
        <p:spPr>
          <a:xfrm>
            <a:off x="5196566" y="2129468"/>
            <a:ext cx="6418935" cy="40931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8F3207AA-DF92-4449-9316-61475F014448}"/>
              </a:ext>
            </a:extLst>
          </p:cNvPr>
          <p:cNvCxnSpPr>
            <a:cxnSpLocks/>
          </p:cNvCxnSpPr>
          <p:nvPr userDrawn="1"/>
        </p:nvCxnSpPr>
        <p:spPr>
          <a:xfrm>
            <a:off x="4554017" y="164150"/>
            <a:ext cx="76379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D34805F9-D010-6E54-928C-1EBB88CBA9D3}"/>
              </a:ext>
            </a:extLst>
          </p:cNvPr>
          <p:cNvCxnSpPr>
            <a:cxnSpLocks/>
          </p:cNvCxnSpPr>
          <p:nvPr userDrawn="1"/>
        </p:nvCxnSpPr>
        <p:spPr>
          <a:xfrm>
            <a:off x="455852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487952-A86B-7C85-B4C5-3B9E9DED85A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913230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54697B-6BB0-3017-1C4B-D8473D35C9F1}"/>
              </a:ext>
            </a:extLst>
          </p:cNvPr>
          <p:cNvSpPr>
            <a:spLocks noGrp="1"/>
          </p:cNvSpPr>
          <p:nvPr>
            <p:ph type="title"/>
          </p:nvPr>
        </p:nvSpPr>
        <p:spPr>
          <a:xfrm>
            <a:off x="612647" y="634999"/>
            <a:ext cx="6339541" cy="1191320"/>
          </a:xfrm>
        </p:spPr>
        <p:txBody>
          <a:bodyPr anchor="t"/>
          <a:lstStyle/>
          <a:p>
            <a:r>
              <a:rPr lang="en-US"/>
              <a:t>Click to edit Master title style</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2067302" y="2231454"/>
            <a:ext cx="4564376" cy="429768"/>
          </a:xfrm>
        </p:spPr>
        <p:txBody>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rot="16200000">
            <a:off x="-532352" y="5260879"/>
            <a:ext cx="1494475" cy="429768"/>
          </a:xfrm>
        </p:spPr>
        <p:txBody>
          <a:bodyPr/>
          <a:lstStyle/>
          <a:p>
            <a:fld id="{83FF3418-23F6-0E41-81BF-3ADC067979C5}" type="datetime1">
              <a:rPr lang="en-US" smtClean="0"/>
              <a:t>4/29/2026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 y="6492875"/>
            <a:ext cx="429207" cy="365125"/>
          </a:xfrm>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967BDF5B-E352-4558-1EFA-37F504BFE32E}"/>
              </a:ext>
            </a:extLst>
          </p:cNvPr>
          <p:cNvCxnSpPr>
            <a:cxnSpLocks/>
          </p:cNvCxnSpPr>
          <p:nvPr userDrawn="1"/>
        </p:nvCxnSpPr>
        <p:spPr>
          <a:xfrm>
            <a:off x="429208" y="164150"/>
            <a:ext cx="719111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7">
            <a:extLst>
              <a:ext uri="{FF2B5EF4-FFF2-40B4-BE49-F238E27FC236}">
                <a16:creationId xmlns:a16="http://schemas.microsoft.com/office/drawing/2014/main" id="{071AEEC6-CCC7-7524-30CC-97FFD70292E7}"/>
              </a:ext>
            </a:extLst>
          </p:cNvPr>
          <p:cNvSpPr>
            <a:spLocks noGrp="1"/>
          </p:cNvSpPr>
          <p:nvPr>
            <p:ph sz="quarter" idx="14"/>
          </p:nvPr>
        </p:nvSpPr>
        <p:spPr>
          <a:xfrm>
            <a:off x="612774" y="1975104"/>
            <a:ext cx="6339414" cy="422899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6" name="Straight Connector 5">
            <a:extLst>
              <a:ext uri="{FF2B5EF4-FFF2-40B4-BE49-F238E27FC236}">
                <a16:creationId xmlns:a16="http://schemas.microsoft.com/office/drawing/2014/main" id="{D02BFE52-C7C3-A7E3-F6D9-EDECDF40EF56}"/>
              </a:ext>
            </a:extLst>
          </p:cNvPr>
          <p:cNvCxnSpPr>
            <a:cxnSpLocks/>
          </p:cNvCxnSpPr>
          <p:nvPr userDrawn="1"/>
        </p:nvCxnSpPr>
        <p:spPr>
          <a:xfrm>
            <a:off x="76203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C0473F-E6DB-D181-43D0-0D5C945184B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7802943"/>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3">
    <p:bg>
      <p:bgRef idx="1001">
        <a:schemeClr val="bg1"/>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5514FA0-05E8-2961-1038-EAF5251DC614}"/>
              </a:ext>
            </a:extLst>
          </p:cNvPr>
          <p:cNvSpPr>
            <a:spLocks noGrp="1"/>
          </p:cNvSpPr>
          <p:nvPr>
            <p:ph type="title"/>
          </p:nvPr>
        </p:nvSpPr>
        <p:spPr>
          <a:xfrm>
            <a:off x="4487024" y="634999"/>
            <a:ext cx="6950232" cy="1124525"/>
          </a:xfrm>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2067304" y="2231454"/>
            <a:ext cx="4564376" cy="429768"/>
          </a:xfrm>
        </p:spPr>
        <p:txBody>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532354" y="5260879"/>
            <a:ext cx="1494474" cy="429768"/>
          </a:xfrm>
        </p:spPr>
        <p:txBody>
          <a:bodyPr/>
          <a:lstStyle/>
          <a:p>
            <a:fld id="{F2A5EBC1-EEC5-7C42-832C-A9026EE0BC29}" type="datetime1">
              <a:rPr lang="en-US" smtClean="0"/>
              <a:t>4/29/2026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cxnSp>
        <p:nvCxnSpPr>
          <p:cNvPr id="10" name="Straight Connector 9">
            <a:extLst>
              <a:ext uri="{FF2B5EF4-FFF2-40B4-BE49-F238E27FC236}">
                <a16:creationId xmlns:a16="http://schemas.microsoft.com/office/drawing/2014/main" id="{5EA26726-2193-5028-87FF-55119A73A643}"/>
              </a:ext>
            </a:extLst>
          </p:cNvPr>
          <p:cNvCxnSpPr>
            <a:cxnSpLocks/>
          </p:cNvCxnSpPr>
          <p:nvPr userDrawn="1"/>
        </p:nvCxnSpPr>
        <p:spPr>
          <a:xfrm>
            <a:off x="3854841" y="164150"/>
            <a:ext cx="83371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0"/>
            <a:ext cx="3256513" cy="6858000"/>
          </a:xfrm>
          <a:prstGeom prst="rect">
            <a:avLst/>
          </a:prstGeom>
          <a:blipFill dpi="0" rotWithShape="1">
            <a:blip r:embed="rId2">
              <a:alphaModFix amt="60000"/>
            </a:blip>
            <a:srcRect/>
            <a:stretch>
              <a:fillRect l="-74" r="-74"/>
            </a:stretch>
          </a:blipFill>
        </p:spPr>
        <p:txBody>
          <a:bodyPr/>
          <a:lstStyle>
            <a:lvl1pPr marL="0" indent="0">
              <a:buNone/>
              <a:defRPr/>
            </a:lvl1pPr>
          </a:lstStyle>
          <a:p>
            <a:r>
              <a:rPr lang="en-US"/>
              <a:t> </a:t>
            </a:r>
          </a:p>
        </p:txBody>
      </p:sp>
      <p:cxnSp>
        <p:nvCxnSpPr>
          <p:cNvPr id="5" name="Straight Connector 4">
            <a:extLst>
              <a:ext uri="{FF2B5EF4-FFF2-40B4-BE49-F238E27FC236}">
                <a16:creationId xmlns:a16="http://schemas.microsoft.com/office/drawing/2014/main" id="{1FAA0E72-1F2C-EAE4-77B7-9FF7C88D21DD}"/>
              </a:ext>
            </a:extLst>
          </p:cNvPr>
          <p:cNvCxnSpPr>
            <a:cxnSpLocks/>
          </p:cNvCxnSpPr>
          <p:nvPr userDrawn="1"/>
        </p:nvCxnSpPr>
        <p:spPr>
          <a:xfrm>
            <a:off x="385484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A80D3F-C3CE-0859-0D1F-594C0503DBA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7A9AAC07-CAB1-CF16-5C97-C863D7E6BD22}"/>
              </a:ext>
            </a:extLst>
          </p:cNvPr>
          <p:cNvSpPr>
            <a:spLocks noGrp="1"/>
          </p:cNvSpPr>
          <p:nvPr>
            <p:ph sz="quarter" idx="14"/>
          </p:nvPr>
        </p:nvSpPr>
        <p:spPr>
          <a:xfrm>
            <a:off x="4487024" y="1879608"/>
            <a:ext cx="6950232" cy="4343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4237636"/>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bg>
      <p:bgRef idx="1001">
        <a:schemeClr val="bg1"/>
      </p:bgRef>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16649CF-C20C-7376-D09A-88A289B7A347}"/>
              </a:ext>
            </a:extLst>
          </p:cNvPr>
          <p:cNvCxnSpPr>
            <a:cxnSpLocks/>
          </p:cNvCxnSpPr>
          <p:nvPr userDrawn="1"/>
        </p:nvCxnSpPr>
        <p:spPr>
          <a:xfrm>
            <a:off x="429208" y="164150"/>
            <a:ext cx="8506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2035DE79-838A-407A-D882-E2ECC332BA37}"/>
              </a:ext>
            </a:extLst>
          </p:cNvPr>
          <p:cNvSpPr>
            <a:spLocks noGrp="1"/>
          </p:cNvSpPr>
          <p:nvPr>
            <p:ph type="title"/>
          </p:nvPr>
        </p:nvSpPr>
        <p:spPr>
          <a:xfrm>
            <a:off x="612646" y="634999"/>
            <a:ext cx="8053370" cy="932688"/>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2067302" y="223145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16200000">
            <a:off x="-532352" y="5260879"/>
            <a:ext cx="1494475" cy="429768"/>
          </a:xfrm>
        </p:spPr>
        <p:txBody>
          <a:bodyPr/>
          <a:lstStyle/>
          <a:p>
            <a:fld id="{0CAB06F6-E685-BB44-8251-DAABC7824548}" type="datetime1">
              <a:rPr lang="en-US" smtClean="0"/>
              <a:t>4/29/2026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 y="6492240"/>
            <a:ext cx="429207" cy="365125"/>
          </a:xfrm>
        </p:spPr>
        <p:txBody>
          <a:bodyPr/>
          <a:lstStyle/>
          <a:p>
            <a:fld id="{CC057153-B650-4DEB-B370-79DDCFDCE934}" type="slidenum">
              <a:rPr lang="en-US" smtClean="0"/>
              <a:t>‹#›</a:t>
            </a:fld>
            <a:endParaRPr lang="en-US"/>
          </a:p>
        </p:txBody>
      </p:sp>
      <p:cxnSp>
        <p:nvCxnSpPr>
          <p:cNvPr id="12" name="Straight Connector 11">
            <a:extLst>
              <a:ext uri="{FF2B5EF4-FFF2-40B4-BE49-F238E27FC236}">
                <a16:creationId xmlns:a16="http://schemas.microsoft.com/office/drawing/2014/main" id="{BB030F47-B045-036A-B67B-EF84DE9E2A8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7">
            <a:extLst>
              <a:ext uri="{FF2B5EF4-FFF2-40B4-BE49-F238E27FC236}">
                <a16:creationId xmlns:a16="http://schemas.microsoft.com/office/drawing/2014/main" id="{74611DE4-D3F2-8522-9161-AA66017D25C5}"/>
              </a:ext>
            </a:extLst>
          </p:cNvPr>
          <p:cNvSpPr>
            <a:spLocks noGrp="1"/>
          </p:cNvSpPr>
          <p:nvPr>
            <p:ph sz="quarter" idx="14"/>
          </p:nvPr>
        </p:nvSpPr>
        <p:spPr>
          <a:xfrm>
            <a:off x="612646" y="1710153"/>
            <a:ext cx="8053370" cy="453537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0">
            <a:extLst>
              <a:ext uri="{FF2B5EF4-FFF2-40B4-BE49-F238E27FC236}">
                <a16:creationId xmlns:a16="http://schemas.microsoft.com/office/drawing/2014/main" id="{30B91F0A-C479-FEF7-833F-CCE5C4EB4617}"/>
              </a:ext>
            </a:extLst>
          </p:cNvPr>
          <p:cNvSpPr>
            <a:spLocks noGrp="1"/>
          </p:cNvSpPr>
          <p:nvPr>
            <p:ph type="pic" sz="quarter" idx="13" hasCustomPrompt="1"/>
          </p:nvPr>
        </p:nvSpPr>
        <p:spPr>
          <a:xfrm>
            <a:off x="8935487" y="0"/>
            <a:ext cx="3256513"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6" name="Straight Connector 5">
            <a:extLst>
              <a:ext uri="{FF2B5EF4-FFF2-40B4-BE49-F238E27FC236}">
                <a16:creationId xmlns:a16="http://schemas.microsoft.com/office/drawing/2014/main" id="{83378864-FFEC-CA89-08FD-A1FFF3F03CA9}"/>
              </a:ext>
            </a:extLst>
          </p:cNvPr>
          <p:cNvCxnSpPr>
            <a:cxnSpLocks/>
          </p:cNvCxnSpPr>
          <p:nvPr userDrawn="1"/>
        </p:nvCxnSpPr>
        <p:spPr>
          <a:xfrm>
            <a:off x="893548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175084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F30E7C-B7B6-19F0-A56E-A9173599A966}"/>
              </a:ext>
            </a:extLst>
          </p:cNvPr>
          <p:cNvSpPr>
            <a:spLocks noGrp="1"/>
          </p:cNvSpPr>
          <p:nvPr>
            <p:ph type="title"/>
          </p:nvPr>
        </p:nvSpPr>
        <p:spPr>
          <a:xfrm>
            <a:off x="7094553" y="634999"/>
            <a:ext cx="4477512" cy="1328932"/>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1666" y="5260191"/>
            <a:ext cx="1493097" cy="429768"/>
          </a:xfrm>
        </p:spPr>
        <p:txBody>
          <a:bodyPr/>
          <a:lstStyle>
            <a:lvl1pPr>
              <a:defRPr>
                <a:solidFill>
                  <a:schemeClr val="tx1"/>
                </a:solidFill>
                <a:effectLst/>
              </a:defRPr>
            </a:lvl1pPr>
          </a:lstStyle>
          <a:p>
            <a:fld id="{18FB12C4-D228-0548-ADB4-1A4C8851F4D3}"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10" name="Straight Connector 9">
            <a:extLst>
              <a:ext uri="{FF2B5EF4-FFF2-40B4-BE49-F238E27FC236}">
                <a16:creationId xmlns:a16="http://schemas.microsoft.com/office/drawing/2014/main" id="{B44E0F01-74F8-4E05-0BF9-107555BA139C}"/>
              </a:ext>
            </a:extLst>
          </p:cNvPr>
          <p:cNvCxnSpPr>
            <a:cxnSpLocks/>
          </p:cNvCxnSpPr>
          <p:nvPr userDrawn="1"/>
        </p:nvCxnSpPr>
        <p:spPr>
          <a:xfrm>
            <a:off x="6453101" y="164150"/>
            <a:ext cx="57388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0"/>
            <a:ext cx="584350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A85E70CC-C7D7-B9CE-493E-0579781D2D31}"/>
              </a:ext>
            </a:extLst>
          </p:cNvPr>
          <p:cNvCxnSpPr>
            <a:cxnSpLocks/>
          </p:cNvCxnSpPr>
          <p:nvPr userDrawn="1"/>
        </p:nvCxnSpPr>
        <p:spPr>
          <a:xfrm>
            <a:off x="645310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E830231-922B-910E-CA0F-2B635AE5E80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7">
            <a:extLst>
              <a:ext uri="{FF2B5EF4-FFF2-40B4-BE49-F238E27FC236}">
                <a16:creationId xmlns:a16="http://schemas.microsoft.com/office/drawing/2014/main" id="{2805764E-60E5-FE62-A39B-C399C892CA28}"/>
              </a:ext>
            </a:extLst>
          </p:cNvPr>
          <p:cNvSpPr>
            <a:spLocks noGrp="1"/>
          </p:cNvSpPr>
          <p:nvPr>
            <p:ph sz="quarter" idx="15"/>
          </p:nvPr>
        </p:nvSpPr>
        <p:spPr>
          <a:xfrm>
            <a:off x="7094553" y="2110570"/>
            <a:ext cx="4477512" cy="4282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6740154"/>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6">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78C3E4-9A2C-A408-E558-ACBB88C70840}"/>
              </a:ext>
            </a:extLst>
          </p:cNvPr>
          <p:cNvSpPr>
            <a:spLocks noGrp="1"/>
          </p:cNvSpPr>
          <p:nvPr>
            <p:ph type="title"/>
          </p:nvPr>
        </p:nvSpPr>
        <p:spPr>
          <a:xfrm>
            <a:off x="612649" y="632326"/>
            <a:ext cx="4494189" cy="1288169"/>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1905" y="2231455"/>
            <a:ext cx="4564377" cy="42976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6954" y="5260879"/>
            <a:ext cx="1494474" cy="429768"/>
          </a:xfrm>
        </p:spPr>
        <p:txBody>
          <a:bodyPr/>
          <a:lstStyle/>
          <a:p>
            <a:fld id="{2992CB46-8CF1-8348-978D-ADB871DB2637}"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601" y="6492240"/>
            <a:ext cx="429207" cy="365760"/>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9" name="Content Placeholder 7">
            <a:extLst>
              <a:ext uri="{FF2B5EF4-FFF2-40B4-BE49-F238E27FC236}">
                <a16:creationId xmlns:a16="http://schemas.microsoft.com/office/drawing/2014/main" id="{3FB30328-57E8-EA3D-F9A4-154570AE3DF0}"/>
              </a:ext>
            </a:extLst>
          </p:cNvPr>
          <p:cNvSpPr>
            <a:spLocks noGrp="1"/>
          </p:cNvSpPr>
          <p:nvPr>
            <p:ph sz="quarter" idx="14"/>
          </p:nvPr>
        </p:nvSpPr>
        <p:spPr>
          <a:xfrm>
            <a:off x="612775" y="2068714"/>
            <a:ext cx="4494063" cy="415695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a:extLst>
              <a:ext uri="{FF2B5EF4-FFF2-40B4-BE49-F238E27FC236}">
                <a16:creationId xmlns:a16="http://schemas.microsoft.com/office/drawing/2014/main" id="{39DAEF4D-3959-2C17-59C0-0C51806BBED5}"/>
              </a:ext>
            </a:extLst>
          </p:cNvPr>
          <p:cNvSpPr>
            <a:spLocks noGrp="1"/>
          </p:cNvSpPr>
          <p:nvPr>
            <p:ph type="pic" sz="quarter" idx="15" hasCustomPrompt="1"/>
          </p:nvPr>
        </p:nvSpPr>
        <p:spPr>
          <a:xfrm>
            <a:off x="5658928" y="0"/>
            <a:ext cx="6533072" cy="6858000"/>
          </a:xfrm>
          <a:prstGeom prst="rect">
            <a:avLst/>
          </a:prstGeom>
          <a:blipFill dpi="0" rotWithShape="1">
            <a:blip r:embed="rId2">
              <a:alphaModFix amt="60000"/>
            </a:blip>
            <a:srcRect/>
            <a:stretch>
              <a:fillRect l="-154" r="-154"/>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8812D87E-65D6-AA23-C2F1-6ACD679648B1}"/>
              </a:ext>
            </a:extLst>
          </p:cNvPr>
          <p:cNvCxnSpPr>
            <a:cxnSpLocks/>
          </p:cNvCxnSpPr>
          <p:nvPr userDrawn="1"/>
        </p:nvCxnSpPr>
        <p:spPr>
          <a:xfrm>
            <a:off x="431800" y="164150"/>
            <a:ext cx="521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CC1A446-6BAE-22CC-E376-C7034DBFDE71}"/>
              </a:ext>
            </a:extLst>
          </p:cNvPr>
          <p:cNvCxnSpPr>
            <a:cxnSpLocks/>
          </p:cNvCxnSpPr>
          <p:nvPr userDrawn="1"/>
        </p:nvCxnSpPr>
        <p:spPr>
          <a:xfrm>
            <a:off x="5656309" y="372"/>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4047466-B04C-40AF-946A-45572220C73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668992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496FAE0-B42A-699E-0194-1D9B07385D83}"/>
              </a:ext>
            </a:extLst>
          </p:cNvPr>
          <p:cNvSpPr>
            <a:spLocks noGrp="1"/>
          </p:cNvSpPr>
          <p:nvPr>
            <p:ph type="title"/>
          </p:nvPr>
        </p:nvSpPr>
        <p:spPr>
          <a:xfrm>
            <a:off x="8212663" y="634999"/>
            <a:ext cx="3363514" cy="1667226"/>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79"/>
            <a:ext cx="1494473" cy="429768"/>
          </a:xfrm>
        </p:spPr>
        <p:txBody>
          <a:bodyPr/>
          <a:lstStyle>
            <a:lvl1pPr>
              <a:defRPr>
                <a:solidFill>
                  <a:schemeClr val="tx1"/>
                </a:solidFill>
                <a:effectLst/>
              </a:defRPr>
            </a:lvl1pPr>
          </a:lstStyle>
          <a:p>
            <a:fld id="{C35D9022-AF13-914E-AAF5-06802DCD2AF1}"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3" name="Picture Placeholder 10">
            <a:extLst>
              <a:ext uri="{FF2B5EF4-FFF2-40B4-BE49-F238E27FC236}">
                <a16:creationId xmlns:a16="http://schemas.microsoft.com/office/drawing/2014/main" id="{2CCC32EC-CCE1-D04B-E748-1BE84D20874B}"/>
              </a:ext>
            </a:extLst>
          </p:cNvPr>
          <p:cNvSpPr>
            <a:spLocks noGrp="1"/>
          </p:cNvSpPr>
          <p:nvPr>
            <p:ph type="pic" sz="quarter" idx="14" hasCustomPrompt="1"/>
          </p:nvPr>
        </p:nvSpPr>
        <p:spPr>
          <a:xfrm>
            <a:off x="597134" y="0"/>
            <a:ext cx="6987010"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4" name="Content Placeholder 7">
            <a:extLst>
              <a:ext uri="{FF2B5EF4-FFF2-40B4-BE49-F238E27FC236}">
                <a16:creationId xmlns:a16="http://schemas.microsoft.com/office/drawing/2014/main" id="{8B608AF4-46F5-990E-C133-313D6B22C312}"/>
              </a:ext>
            </a:extLst>
          </p:cNvPr>
          <p:cNvSpPr>
            <a:spLocks noGrp="1"/>
          </p:cNvSpPr>
          <p:nvPr>
            <p:ph sz="quarter" idx="15"/>
          </p:nvPr>
        </p:nvSpPr>
        <p:spPr>
          <a:xfrm>
            <a:off x="8212790" y="2450529"/>
            <a:ext cx="3363513" cy="385464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78B378FF-8198-DC37-BA5B-473DEDD75988}"/>
              </a:ext>
            </a:extLst>
          </p:cNvPr>
          <p:cNvCxnSpPr>
            <a:cxnSpLocks/>
          </p:cNvCxnSpPr>
          <p:nvPr userDrawn="1"/>
        </p:nvCxnSpPr>
        <p:spPr>
          <a:xfrm>
            <a:off x="7584144" y="164150"/>
            <a:ext cx="46078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E54E56D6-14F7-4AF8-BCF3-2B60F1174250}"/>
              </a:ext>
            </a:extLst>
          </p:cNvPr>
          <p:cNvCxnSpPr>
            <a:cxnSpLocks/>
          </p:cNvCxnSpPr>
          <p:nvPr userDrawn="1"/>
        </p:nvCxnSpPr>
        <p:spPr>
          <a:xfrm>
            <a:off x="758829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D24FBA-09F1-E77D-0C3E-A914CBD5F4F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209265"/>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Ref idx="1001">
        <a:schemeClr val="bg1"/>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73E7AA6-3E01-E0FE-40A6-864DFD88873B}"/>
              </a:ext>
            </a:extLst>
          </p:cNvPr>
          <p:cNvSpPr>
            <a:spLocks noGrp="1"/>
          </p:cNvSpPr>
          <p:nvPr>
            <p:ph type="title"/>
          </p:nvPr>
        </p:nvSpPr>
        <p:spPr>
          <a:xfrm>
            <a:off x="615697" y="634999"/>
            <a:ext cx="3363510" cy="1667226"/>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4711" y="2231455"/>
            <a:ext cx="4564377" cy="42976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29760" y="5260879"/>
            <a:ext cx="1494474" cy="429768"/>
          </a:xfrm>
        </p:spPr>
        <p:txBody>
          <a:bodyPr/>
          <a:lstStyle/>
          <a:p>
            <a:fld id="{4D3895DF-CE00-4443-B506-04551A131964}"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593"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4" name="Content Placeholder 7">
            <a:extLst>
              <a:ext uri="{FF2B5EF4-FFF2-40B4-BE49-F238E27FC236}">
                <a16:creationId xmlns:a16="http://schemas.microsoft.com/office/drawing/2014/main" id="{07C31AA0-00A0-8749-8CC5-95B234604803}"/>
              </a:ext>
            </a:extLst>
          </p:cNvPr>
          <p:cNvSpPr>
            <a:spLocks noGrp="1"/>
          </p:cNvSpPr>
          <p:nvPr>
            <p:ph sz="quarter" idx="14"/>
          </p:nvPr>
        </p:nvSpPr>
        <p:spPr>
          <a:xfrm>
            <a:off x="615824" y="2450529"/>
            <a:ext cx="3363513" cy="38148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0">
            <a:extLst>
              <a:ext uri="{FF2B5EF4-FFF2-40B4-BE49-F238E27FC236}">
                <a16:creationId xmlns:a16="http://schemas.microsoft.com/office/drawing/2014/main" id="{ABDC61D1-0D87-5A5A-4C73-5CAFD8889E02}"/>
              </a:ext>
            </a:extLst>
          </p:cNvPr>
          <p:cNvSpPr>
            <a:spLocks noGrp="1"/>
          </p:cNvSpPr>
          <p:nvPr>
            <p:ph type="pic" sz="quarter" idx="15" hasCustomPrompt="1"/>
          </p:nvPr>
        </p:nvSpPr>
        <p:spPr>
          <a:xfrm>
            <a:off x="4607856"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56838F21-75ED-E44B-42EB-FC7FE5E930B5}"/>
              </a:ext>
            </a:extLst>
          </p:cNvPr>
          <p:cNvCxnSpPr>
            <a:cxnSpLocks/>
          </p:cNvCxnSpPr>
          <p:nvPr userDrawn="1"/>
        </p:nvCxnSpPr>
        <p:spPr>
          <a:xfrm>
            <a:off x="431800" y="164150"/>
            <a:ext cx="41628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CF9AEDF6-9814-FD08-73EB-63D58BF776EA}"/>
              </a:ext>
            </a:extLst>
          </p:cNvPr>
          <p:cNvCxnSpPr>
            <a:cxnSpLocks/>
          </p:cNvCxnSpPr>
          <p:nvPr userDrawn="1"/>
        </p:nvCxnSpPr>
        <p:spPr>
          <a:xfrm>
            <a:off x="460189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A8CA044-325A-12D3-37BC-BDCEBBC342C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7873764"/>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EDD9488-FAAC-3468-EC84-62DCAA385014}"/>
              </a:ext>
            </a:extLst>
          </p:cNvPr>
          <p:cNvSpPr>
            <a:spLocks noGrp="1"/>
          </p:cNvSpPr>
          <p:nvPr>
            <p:ph type="title"/>
          </p:nvPr>
        </p:nvSpPr>
        <p:spPr>
          <a:xfrm>
            <a:off x="8888061" y="634999"/>
            <a:ext cx="2699254" cy="2214453"/>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2067301" y="223145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532352" y="5260879"/>
            <a:ext cx="1494475" cy="429768"/>
          </a:xfrm>
        </p:spPr>
        <p:txBody>
          <a:bodyPr/>
          <a:lstStyle/>
          <a:p>
            <a:fld id="{E242787B-6DCB-1542-A351-2D27DB5C9EB5}" type="datetime1">
              <a:rPr lang="en-US" smtClean="0"/>
              <a:t>4/29/2026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2" y="6492513"/>
            <a:ext cx="429207" cy="365125"/>
          </a:xfrm>
        </p:spPr>
        <p:txBody>
          <a:bodyPr/>
          <a:lstStyle/>
          <a:p>
            <a:fld id="{CC057153-B650-4DEB-B370-79DDCFDCE934}" type="slidenum">
              <a:rPr lang="en-US" smtClean="0"/>
              <a:t>‹#›</a:t>
            </a:fld>
            <a:endParaRPr lang="en-US"/>
          </a:p>
        </p:txBody>
      </p:sp>
      <p:sp>
        <p:nvSpPr>
          <p:cNvPr id="13" name="Picture Placeholder 9">
            <a:extLst>
              <a:ext uri="{FF2B5EF4-FFF2-40B4-BE49-F238E27FC236}">
                <a16:creationId xmlns:a16="http://schemas.microsoft.com/office/drawing/2014/main" id="{9785BB1B-C644-BA77-7DDD-02B6EA405BF6}"/>
              </a:ext>
            </a:extLst>
          </p:cNvPr>
          <p:cNvSpPr>
            <a:spLocks noGrp="1"/>
          </p:cNvSpPr>
          <p:nvPr>
            <p:ph type="pic" sz="quarter" idx="18" hasCustomPrompt="1"/>
          </p:nvPr>
        </p:nvSpPr>
        <p:spPr>
          <a:xfrm>
            <a:off x="604685" y="0"/>
            <a:ext cx="764495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14" name="Content Placeholder 7">
            <a:extLst>
              <a:ext uri="{FF2B5EF4-FFF2-40B4-BE49-F238E27FC236}">
                <a16:creationId xmlns:a16="http://schemas.microsoft.com/office/drawing/2014/main" id="{8E56834F-CC6F-AB0D-0C2D-D32A96F77227}"/>
              </a:ext>
            </a:extLst>
          </p:cNvPr>
          <p:cNvSpPr>
            <a:spLocks noGrp="1"/>
          </p:cNvSpPr>
          <p:nvPr>
            <p:ph sz="quarter" idx="14"/>
          </p:nvPr>
        </p:nvSpPr>
        <p:spPr>
          <a:xfrm>
            <a:off x="8889055" y="3011335"/>
            <a:ext cx="2693346" cy="321166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8F9841FB-35AF-1919-0953-5642770662AC}"/>
              </a:ext>
            </a:extLst>
          </p:cNvPr>
          <p:cNvCxnSpPr>
            <a:cxnSpLocks/>
          </p:cNvCxnSpPr>
          <p:nvPr userDrawn="1"/>
        </p:nvCxnSpPr>
        <p:spPr>
          <a:xfrm>
            <a:off x="8259492" y="164150"/>
            <a:ext cx="39325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58AE5DC-7AFC-CD99-8A67-46A580A7DEFE}"/>
              </a:ext>
            </a:extLst>
          </p:cNvPr>
          <p:cNvCxnSpPr>
            <a:cxnSpLocks/>
          </p:cNvCxnSpPr>
          <p:nvPr userDrawn="1"/>
        </p:nvCxnSpPr>
        <p:spPr>
          <a:xfrm>
            <a:off x="825949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1BA6662-88AA-A191-B6D5-4B6DF99C8B1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2069908"/>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0">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60D1278-B5CC-BDBD-8FA3-679C676A536D}"/>
              </a:ext>
            </a:extLst>
          </p:cNvPr>
          <p:cNvSpPr>
            <a:spLocks noGrp="1"/>
          </p:cNvSpPr>
          <p:nvPr>
            <p:ph type="title"/>
          </p:nvPr>
        </p:nvSpPr>
        <p:spPr>
          <a:xfrm>
            <a:off x="615697" y="634999"/>
            <a:ext cx="2699254" cy="221445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2638" y="2236683"/>
            <a:ext cx="4553921" cy="42976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80"/>
            <a:ext cx="1494476" cy="429768"/>
          </a:xfrm>
        </p:spPr>
        <p:txBody>
          <a:bodyPr/>
          <a:lstStyle/>
          <a:p>
            <a:fld id="{B71CD34A-E620-234C-80E5-E81441778490}"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0"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3" name="Content Placeholder 7">
            <a:extLst>
              <a:ext uri="{FF2B5EF4-FFF2-40B4-BE49-F238E27FC236}">
                <a16:creationId xmlns:a16="http://schemas.microsoft.com/office/drawing/2014/main" id="{4C1D2059-BF06-D57F-DC08-4CF8A0E3616D}"/>
              </a:ext>
            </a:extLst>
          </p:cNvPr>
          <p:cNvSpPr>
            <a:spLocks noGrp="1"/>
          </p:cNvSpPr>
          <p:nvPr>
            <p:ph sz="quarter" idx="14"/>
          </p:nvPr>
        </p:nvSpPr>
        <p:spPr>
          <a:xfrm>
            <a:off x="616691" y="3011335"/>
            <a:ext cx="2693346" cy="321166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9">
            <a:extLst>
              <a:ext uri="{FF2B5EF4-FFF2-40B4-BE49-F238E27FC236}">
                <a16:creationId xmlns:a16="http://schemas.microsoft.com/office/drawing/2014/main" id="{FF55FC92-13DA-DA43-D4EE-90F1CFCD3002}"/>
              </a:ext>
            </a:extLst>
          </p:cNvPr>
          <p:cNvSpPr>
            <a:spLocks noGrp="1"/>
          </p:cNvSpPr>
          <p:nvPr>
            <p:ph type="pic" sz="quarter" idx="15"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9C4DF952-8FA0-48F5-F7EF-53D541404A33}"/>
              </a:ext>
            </a:extLst>
          </p:cNvPr>
          <p:cNvCxnSpPr>
            <a:cxnSpLocks/>
          </p:cNvCxnSpPr>
          <p:nvPr userDrawn="1"/>
        </p:nvCxnSpPr>
        <p:spPr>
          <a:xfrm>
            <a:off x="431800" y="164150"/>
            <a:ext cx="3420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96E75C3-3D50-62F4-97A1-08D85ABC212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D9DCC5-4A76-A29C-BDAD-62E571E6267E}"/>
              </a:ext>
            </a:extLst>
          </p:cNvPr>
          <p:cNvCxnSpPr>
            <a:cxnSpLocks/>
          </p:cNvCxnSpPr>
          <p:nvPr userDrawn="1"/>
        </p:nvCxnSpPr>
        <p:spPr>
          <a:xfrm>
            <a:off x="386152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69393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C775AC-06F6-654A-B451-BF23AC7E4EB9}"/>
              </a:ext>
            </a:extLst>
          </p:cNvPr>
          <p:cNvSpPr>
            <a:spLocks noGrp="1"/>
          </p:cNvSpPr>
          <p:nvPr>
            <p:ph type="title"/>
          </p:nvPr>
        </p:nvSpPr>
        <p:spPr>
          <a:xfrm>
            <a:off x="612646" y="5012268"/>
            <a:ext cx="4019522" cy="1127275"/>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2" y="2231455"/>
            <a:ext cx="4564377"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1" y="5260879"/>
            <a:ext cx="1494474" cy="429768"/>
          </a:xfrm>
        </p:spPr>
        <p:txBody>
          <a:bodyPr/>
          <a:lstStyle>
            <a:lvl1pPr>
              <a:defRPr>
                <a:solidFill>
                  <a:schemeClr val="tx1"/>
                </a:solidFill>
                <a:effectLst/>
              </a:defRPr>
            </a:lvl1pPr>
          </a:lstStyle>
          <a:p>
            <a:fld id="{E18AFC1E-5CDA-EE42-95A5-C2F245BB2156}"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 y="6492513"/>
            <a:ext cx="429207" cy="365125"/>
          </a:xfrm>
        </p:spPr>
        <p:txBody>
          <a:bodyPr/>
          <a:lstStyle/>
          <a:p>
            <a:fld id="{CC057153-B650-4DEB-B370-79DDCFDCE934}" type="slidenum">
              <a:rPr lang="en-US" smtClean="0"/>
              <a:t>‹#›</a:t>
            </a:fld>
            <a:endParaRPr lang="en-US"/>
          </a:p>
        </p:txBody>
      </p:sp>
      <p:sp>
        <p:nvSpPr>
          <p:cNvPr id="12" name="Picture Placeholder 10">
            <a:extLst>
              <a:ext uri="{FF2B5EF4-FFF2-40B4-BE49-F238E27FC236}">
                <a16:creationId xmlns:a16="http://schemas.microsoft.com/office/drawing/2014/main" id="{13020A22-5D19-D344-F727-D4D20AA1FB7F}"/>
              </a:ext>
            </a:extLst>
          </p:cNvPr>
          <p:cNvSpPr>
            <a:spLocks noGrp="1"/>
          </p:cNvSpPr>
          <p:nvPr>
            <p:ph type="pic" sz="quarter" idx="14" hasCustomPrompt="1"/>
          </p:nvPr>
        </p:nvSpPr>
        <p:spPr>
          <a:xfrm>
            <a:off x="598303" y="0"/>
            <a:ext cx="11593695" cy="4635132"/>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3" name="Content Placeholder 7">
            <a:extLst>
              <a:ext uri="{FF2B5EF4-FFF2-40B4-BE49-F238E27FC236}">
                <a16:creationId xmlns:a16="http://schemas.microsoft.com/office/drawing/2014/main" id="{FB7ED5EB-305D-576F-1A1C-06E6B2A0F31B}"/>
              </a:ext>
            </a:extLst>
          </p:cNvPr>
          <p:cNvSpPr>
            <a:spLocks noGrp="1"/>
          </p:cNvSpPr>
          <p:nvPr>
            <p:ph sz="quarter" idx="15"/>
          </p:nvPr>
        </p:nvSpPr>
        <p:spPr>
          <a:xfrm>
            <a:off x="5156009" y="5012267"/>
            <a:ext cx="6426391" cy="124157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36A42A28-5C2F-9093-B5D9-C2651F290DF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0391538"/>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2">
    <p:bg>
      <p:bgRef idx="1001">
        <a:schemeClr val="bg1"/>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425E99-2E4D-268B-5E93-5F4B4D25A22A}"/>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E626BD0-BD46-934B-ADDF-CF3299725EE4}" type="datetime1">
              <a:rPr lang="en-US" smtClean="0"/>
              <a:t>4/29/2026</a:t>
            </a:fld>
            <a:endParaRPr lang="en-US"/>
          </a:p>
        </p:txBody>
      </p:sp>
      <p:sp>
        <p:nvSpPr>
          <p:cNvPr id="9" name="Picture Placeholder 10">
            <a:extLst>
              <a:ext uri="{FF2B5EF4-FFF2-40B4-BE49-F238E27FC236}">
                <a16:creationId xmlns:a16="http://schemas.microsoft.com/office/drawing/2014/main" id="{9FDEF7EB-1801-E3D3-0EB3-A17D6AD2341A}"/>
              </a:ext>
            </a:extLst>
          </p:cNvPr>
          <p:cNvSpPr>
            <a:spLocks noGrp="1"/>
          </p:cNvSpPr>
          <p:nvPr>
            <p:ph type="pic" sz="quarter" idx="14" hasCustomPrompt="1"/>
          </p:nvPr>
        </p:nvSpPr>
        <p:spPr>
          <a:xfrm>
            <a:off x="612645" y="0"/>
            <a:ext cx="11579353" cy="3443331"/>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0" name="Content Placeholder 7">
            <a:extLst>
              <a:ext uri="{FF2B5EF4-FFF2-40B4-BE49-F238E27FC236}">
                <a16:creationId xmlns:a16="http://schemas.microsoft.com/office/drawing/2014/main" id="{81C221A2-8407-5746-E87B-3CEAD025CD3F}"/>
              </a:ext>
            </a:extLst>
          </p:cNvPr>
          <p:cNvSpPr>
            <a:spLocks noGrp="1"/>
          </p:cNvSpPr>
          <p:nvPr>
            <p:ph sz="quarter" idx="15"/>
          </p:nvPr>
        </p:nvSpPr>
        <p:spPr>
          <a:xfrm>
            <a:off x="4122370" y="3880757"/>
            <a:ext cx="7460029" cy="2443843"/>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4" name="Straight Connector 3">
            <a:extLst>
              <a:ext uri="{FF2B5EF4-FFF2-40B4-BE49-F238E27FC236}">
                <a16:creationId xmlns:a16="http://schemas.microsoft.com/office/drawing/2014/main" id="{AE7E7B67-A585-C4C0-BD50-861ED489B13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4491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3">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737DE76-E217-D796-38E2-BE156016BD58}"/>
              </a:ext>
            </a:extLst>
          </p:cNvPr>
          <p:cNvSpPr>
            <a:spLocks noGrp="1"/>
          </p:cNvSpPr>
          <p:nvPr>
            <p:ph type="title"/>
          </p:nvPr>
        </p:nvSpPr>
        <p:spPr>
          <a:xfrm>
            <a:off x="598328" y="634999"/>
            <a:ext cx="3021868" cy="1773540"/>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EC6455-E06F-4448-8EA7-FF67E5DC7A22}"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0" name="Content Placeholder 7">
            <a:extLst>
              <a:ext uri="{FF2B5EF4-FFF2-40B4-BE49-F238E27FC236}">
                <a16:creationId xmlns:a16="http://schemas.microsoft.com/office/drawing/2014/main" id="{38AE8B48-2473-88AA-21D0-3F9273AC0BDE}"/>
              </a:ext>
            </a:extLst>
          </p:cNvPr>
          <p:cNvSpPr>
            <a:spLocks noGrp="1"/>
          </p:cNvSpPr>
          <p:nvPr>
            <p:ph sz="quarter" idx="16"/>
          </p:nvPr>
        </p:nvSpPr>
        <p:spPr>
          <a:xfrm>
            <a:off x="4122370" y="634999"/>
            <a:ext cx="7460029" cy="2330455"/>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3">
            <a:extLst>
              <a:ext uri="{FF2B5EF4-FFF2-40B4-BE49-F238E27FC236}">
                <a16:creationId xmlns:a16="http://schemas.microsoft.com/office/drawing/2014/main" id="{9CF2FA52-EFAF-6671-1458-CF597D619DA6}"/>
              </a:ext>
            </a:extLst>
          </p:cNvPr>
          <p:cNvSpPr>
            <a:spLocks noGrp="1"/>
          </p:cNvSpPr>
          <p:nvPr>
            <p:ph type="pic" sz="quarter" idx="15" hasCustomPrompt="1"/>
          </p:nvPr>
        </p:nvSpPr>
        <p:spPr>
          <a:xfrm>
            <a:off x="597745" y="3636524"/>
            <a:ext cx="11594254"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cxnSp>
        <p:nvCxnSpPr>
          <p:cNvPr id="4" name="Straight Connector 3">
            <a:extLst>
              <a:ext uri="{FF2B5EF4-FFF2-40B4-BE49-F238E27FC236}">
                <a16:creationId xmlns:a16="http://schemas.microsoft.com/office/drawing/2014/main" id="{B4F2A9F8-8F3B-3616-48B8-F8DA72A7134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754790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056BFCD-3259-DDE7-5625-EE56190B8F62}"/>
              </a:ext>
            </a:extLst>
          </p:cNvPr>
          <p:cNvCxnSpPr>
            <a:cxnSpLocks/>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43FCD0E4-9CD1-93F8-08DF-3BFC834A3E76}"/>
              </a:ext>
            </a:extLst>
          </p:cNvPr>
          <p:cNvSpPr>
            <a:spLocks noGrp="1"/>
          </p:cNvSpPr>
          <p:nvPr>
            <p:ph type="title"/>
          </p:nvPr>
        </p:nvSpPr>
        <p:spPr>
          <a:xfrm>
            <a:off x="612647" y="638736"/>
            <a:ext cx="10969753" cy="93268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3146" y="2231455"/>
            <a:ext cx="4564377"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8191" y="5260876"/>
            <a:ext cx="1494468" cy="429768"/>
          </a:xfrm>
        </p:spPr>
        <p:txBody>
          <a:bodyPr/>
          <a:lstStyle/>
          <a:p>
            <a:fld id="{24773200-F230-534A-AA8E-3237E1017D06}"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842" y="6492874"/>
            <a:ext cx="429207" cy="365125"/>
          </a:xfrm>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2C378E9B-0BD2-F103-F591-68E71F4480E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A94BBE19-E3B2-673A-37AB-2329CE36DA87}"/>
              </a:ext>
            </a:extLst>
          </p:cNvPr>
          <p:cNvSpPr>
            <a:spLocks noGrp="1"/>
          </p:cNvSpPr>
          <p:nvPr>
            <p:ph sz="quarter" idx="14"/>
          </p:nvPr>
        </p:nvSpPr>
        <p:spPr>
          <a:xfrm>
            <a:off x="612648" y="1713653"/>
            <a:ext cx="4485564" cy="46923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19D386B7-EEFC-D00F-7761-B261459996D2}"/>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1615142762"/>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5">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4F82DAF-8C88-BCF8-3DCD-BA0110CC6BB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AA955E6-9DAE-AA3C-BB38-0AC671A4095A}"/>
              </a:ext>
            </a:extLst>
          </p:cNvPr>
          <p:cNvSpPr>
            <a:spLocks noGrp="1"/>
          </p:cNvSpPr>
          <p:nvPr>
            <p:ph type="title"/>
          </p:nvPr>
        </p:nvSpPr>
        <p:spPr>
          <a:xfrm>
            <a:off x="612647" y="634999"/>
            <a:ext cx="10969753" cy="93268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96C85C2-F25E-3944-B64A-31ACAD72BA40}"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271A0C8E-B9F0-C8A0-7A87-A97B78C1C48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Content Placeholder 7">
            <a:extLst>
              <a:ext uri="{FF2B5EF4-FFF2-40B4-BE49-F238E27FC236}">
                <a16:creationId xmlns:a16="http://schemas.microsoft.com/office/drawing/2014/main" id="{4025B090-9FA9-0FC5-EA6A-9BA0F54A4064}"/>
              </a:ext>
            </a:extLst>
          </p:cNvPr>
          <p:cNvSpPr>
            <a:spLocks noGrp="1"/>
          </p:cNvSpPr>
          <p:nvPr>
            <p:ph sz="quarter" idx="14"/>
          </p:nvPr>
        </p:nvSpPr>
        <p:spPr>
          <a:xfrm>
            <a:off x="612647" y="1912398"/>
            <a:ext cx="4637269" cy="42250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5">
            <a:extLst>
              <a:ext uri="{FF2B5EF4-FFF2-40B4-BE49-F238E27FC236}">
                <a16:creationId xmlns:a16="http://schemas.microsoft.com/office/drawing/2014/main" id="{7DCDC1A0-A2FE-AF32-199F-D7E415F47574}"/>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291853219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6">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29A9DDD-8FD5-2897-8DC9-1CEC88541C50}"/>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D3FF54FB-A206-6CBA-CEBE-32EE19C37BC1}"/>
              </a:ext>
            </a:extLst>
          </p:cNvPr>
          <p:cNvSpPr>
            <a:spLocks noGrp="1"/>
          </p:cNvSpPr>
          <p:nvPr>
            <p:ph type="title"/>
          </p:nvPr>
        </p:nvSpPr>
        <p:spPr>
          <a:xfrm>
            <a:off x="612647" y="634999"/>
            <a:ext cx="10969753" cy="93268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F3A96B8-82E0-6B4D-B0A8-9A4BCDF0FD2C}"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02BC9BBD-1994-9D19-11C8-FD27039C633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Picture Placeholder 11">
            <a:extLst>
              <a:ext uri="{FF2B5EF4-FFF2-40B4-BE49-F238E27FC236}">
                <a16:creationId xmlns:a16="http://schemas.microsoft.com/office/drawing/2014/main" id="{FF925AEE-0C06-4F24-B6E3-73484A4008DC}"/>
              </a:ext>
            </a:extLst>
          </p:cNvPr>
          <p:cNvSpPr>
            <a:spLocks noGrp="1"/>
          </p:cNvSpPr>
          <p:nvPr>
            <p:ph type="pic" sz="quarter" idx="13" hasCustomPrompt="1"/>
          </p:nvPr>
        </p:nvSpPr>
        <p:spPr>
          <a:xfrm>
            <a:off x="609601" y="1713653"/>
            <a:ext cx="5860862"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2" name="Content Placeholder 7">
            <a:extLst>
              <a:ext uri="{FF2B5EF4-FFF2-40B4-BE49-F238E27FC236}">
                <a16:creationId xmlns:a16="http://schemas.microsoft.com/office/drawing/2014/main" id="{422BCA1B-3481-37CE-708A-4CA6ACFAF7DA}"/>
              </a:ext>
            </a:extLst>
          </p:cNvPr>
          <p:cNvSpPr>
            <a:spLocks noGrp="1"/>
          </p:cNvSpPr>
          <p:nvPr>
            <p:ph sz="quarter" idx="14"/>
          </p:nvPr>
        </p:nvSpPr>
        <p:spPr>
          <a:xfrm>
            <a:off x="7103255" y="1704847"/>
            <a:ext cx="4479145" cy="46923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9483644"/>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7">
    <p:bg>
      <p:bgRef idx="1001">
        <a:schemeClr val="bg1"/>
      </p:bgRef>
    </p:bg>
    <p:spTree>
      <p:nvGrpSpPr>
        <p:cNvPr id="1" name=""/>
        <p:cNvGrpSpPr/>
        <p:nvPr/>
      </p:nvGrpSpPr>
      <p:grpSpPr>
        <a:xfrm>
          <a:off x="0" y="0"/>
          <a:ext cx="0" cy="0"/>
          <a:chOff x="0" y="0"/>
          <a:chExt cx="0" cy="0"/>
        </a:xfrm>
      </p:grpSpPr>
      <p:sp>
        <p:nvSpPr>
          <p:cNvPr id="10" name="Picture Placeholder 10">
            <a:extLst>
              <a:ext uri="{FF2B5EF4-FFF2-40B4-BE49-F238E27FC236}">
                <a16:creationId xmlns:a16="http://schemas.microsoft.com/office/drawing/2014/main" id="{58A9F406-2B0C-9EC1-691A-81EC3B412DA5}"/>
              </a:ext>
            </a:extLst>
          </p:cNvPr>
          <p:cNvSpPr>
            <a:spLocks noGrp="1"/>
          </p:cNvSpPr>
          <p:nvPr>
            <p:ph type="pic" sz="quarter" idx="13" hasCustomPrompt="1"/>
          </p:nvPr>
        </p:nvSpPr>
        <p:spPr>
          <a:xfrm>
            <a:off x="609600" y="2173849"/>
            <a:ext cx="4675632" cy="4049141"/>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5454396" y="164150"/>
            <a:ext cx="67376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DE88D5F-773F-4748-992A-5C3C29E76AD7}"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8B50728-3383-EC9A-417E-37D92F1A79C5}"/>
              </a:ext>
            </a:extLst>
          </p:cNvPr>
          <p:cNvSpPr>
            <a:spLocks noGrp="1"/>
          </p:cNvSpPr>
          <p:nvPr>
            <p:ph type="title"/>
          </p:nvPr>
        </p:nvSpPr>
        <p:spPr>
          <a:xfrm>
            <a:off x="612647" y="634999"/>
            <a:ext cx="4672584" cy="1269482"/>
          </a:xfrm>
        </p:spPr>
        <p:txBody>
          <a:bodyPr anchor="t">
            <a:noAutofit/>
          </a:bodyPr>
          <a:lstStyle>
            <a:lvl1pPr>
              <a:defRPr sz="3600"/>
            </a:lvl1pPr>
          </a:lstStyle>
          <a:p>
            <a:r>
              <a:rPr lang="en-US"/>
              <a:t>Click to edit Master title style</a:t>
            </a:r>
          </a:p>
        </p:txBody>
      </p:sp>
      <p:sp>
        <p:nvSpPr>
          <p:cNvPr id="12" name="Content Placeholder 7">
            <a:extLst>
              <a:ext uri="{FF2B5EF4-FFF2-40B4-BE49-F238E27FC236}">
                <a16:creationId xmlns:a16="http://schemas.microsoft.com/office/drawing/2014/main" id="{A934C409-3B5B-B521-A990-18EF2CF0BCFC}"/>
              </a:ext>
            </a:extLst>
          </p:cNvPr>
          <p:cNvSpPr>
            <a:spLocks noGrp="1"/>
          </p:cNvSpPr>
          <p:nvPr>
            <p:ph sz="quarter" idx="14"/>
          </p:nvPr>
        </p:nvSpPr>
        <p:spPr>
          <a:xfrm>
            <a:off x="5905562" y="634999"/>
            <a:ext cx="5676838" cy="558799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CFBAC7DD-4013-C579-09D4-3564365AACA7}"/>
              </a:ext>
            </a:extLst>
          </p:cNvPr>
          <p:cNvCxnSpPr>
            <a:cxnSpLocks/>
          </p:cNvCxnSpPr>
          <p:nvPr userDrawn="1"/>
        </p:nvCxnSpPr>
        <p:spPr>
          <a:xfrm>
            <a:off x="5454396"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6712903"/>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8">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4501602" y="164150"/>
            <a:ext cx="76903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A3D1319-A3E8-35B5-18BF-A7DAE36BE7FC}"/>
              </a:ext>
            </a:extLst>
          </p:cNvPr>
          <p:cNvSpPr>
            <a:spLocks noGrp="1"/>
          </p:cNvSpPr>
          <p:nvPr>
            <p:ph type="title"/>
          </p:nvPr>
        </p:nvSpPr>
        <p:spPr>
          <a:xfrm>
            <a:off x="612647" y="634999"/>
            <a:ext cx="3696859" cy="1316347"/>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D982C3F-36DC-0440-A19E-AA83413F223D}"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Picture Placeholder 10">
            <a:extLst>
              <a:ext uri="{FF2B5EF4-FFF2-40B4-BE49-F238E27FC236}">
                <a16:creationId xmlns:a16="http://schemas.microsoft.com/office/drawing/2014/main" id="{402FC37C-195C-E78C-A1E2-030CF77CBA2A}"/>
              </a:ext>
            </a:extLst>
          </p:cNvPr>
          <p:cNvSpPr>
            <a:spLocks noGrp="1"/>
          </p:cNvSpPr>
          <p:nvPr>
            <p:ph type="pic" sz="quarter" idx="13" hasCustomPrompt="1"/>
          </p:nvPr>
        </p:nvSpPr>
        <p:spPr>
          <a:xfrm>
            <a:off x="612646" y="2295145"/>
            <a:ext cx="3696856" cy="3927488"/>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1" name="Content Placeholder 7">
            <a:extLst>
              <a:ext uri="{FF2B5EF4-FFF2-40B4-BE49-F238E27FC236}">
                <a16:creationId xmlns:a16="http://schemas.microsoft.com/office/drawing/2014/main" id="{2959E347-BAB4-7F1F-65EB-C586FE97DE1E}"/>
              </a:ext>
            </a:extLst>
          </p:cNvPr>
          <p:cNvSpPr>
            <a:spLocks noGrp="1"/>
          </p:cNvSpPr>
          <p:nvPr>
            <p:ph sz="quarter" idx="14"/>
          </p:nvPr>
        </p:nvSpPr>
        <p:spPr>
          <a:xfrm>
            <a:off x="4933150" y="647724"/>
            <a:ext cx="6644488" cy="5562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0C63D850-B761-4DEA-5C9B-DE6AC0E856D9}"/>
              </a:ext>
            </a:extLst>
          </p:cNvPr>
          <p:cNvCxnSpPr>
            <a:cxnSpLocks/>
          </p:cNvCxnSpPr>
          <p:nvPr userDrawn="1"/>
        </p:nvCxnSpPr>
        <p:spPr>
          <a:xfrm>
            <a:off x="45016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005969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208" y="634999"/>
            <a:ext cx="6159851" cy="5844227"/>
          </a:xfrm>
        </p:spPr>
        <p:txBody>
          <a:bodyPr anchor="b">
            <a:normAutofit/>
          </a:bodyPr>
          <a:lstStyle>
            <a:lvl1pPr>
              <a:defRPr sz="6000" b="0" i="0">
                <a:latin typeface="+mj-lt"/>
                <a:ea typeface="Dotum" panose="020B0600000101010101" pitchFamily="34" charset="-127"/>
                <a:cs typeface="Noto Sans Kannada Thin" panose="020B0202040504020204" pitchFamily="34" charset="0"/>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65403" y="-1"/>
            <a:ext cx="5131677" cy="6222999"/>
          </a:xfrm>
          <a:prstGeom prst="rect">
            <a:avLst/>
          </a:prstGeom>
          <a:blipFill dpi="0" rotWithShape="1">
            <a:blip r:embed="rId2">
              <a:alphaModFix amt="60000"/>
            </a:blip>
            <a:srcRect/>
            <a:stretch>
              <a:fillRect l="-686" t="2" b="-4120"/>
            </a:stretch>
          </a:blipFill>
        </p:spPr>
        <p:txBody>
          <a:bodyPr/>
          <a:lstStyle>
            <a:lvl1pPr marL="0" indent="0">
              <a:buNone/>
              <a:defRPr/>
            </a:lvl1pPr>
          </a:lstStyle>
          <a:p>
            <a:r>
              <a:rPr lang="en-US"/>
              <a:t> </a:t>
            </a:r>
          </a:p>
        </p:txBody>
      </p:sp>
      <p:cxnSp>
        <p:nvCxnSpPr>
          <p:cNvPr id="4" name="Straight Connector 3">
            <a:extLst>
              <a:ext uri="{FF2B5EF4-FFF2-40B4-BE49-F238E27FC236}">
                <a16:creationId xmlns:a16="http://schemas.microsoft.com/office/drawing/2014/main" id="{28FA8915-517E-32B2-6836-7A69DEF7C849}"/>
              </a:ext>
            </a:extLst>
          </p:cNvPr>
          <p:cNvCxnSpPr>
            <a:cxnSpLocks/>
          </p:cNvCxnSpPr>
          <p:nvPr userDrawn="1"/>
        </p:nvCxnSpPr>
        <p:spPr>
          <a:xfrm>
            <a:off x="706032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F76B2467-9468-3DE8-CA1C-7B68F7ED9A67}"/>
              </a:ext>
            </a:extLst>
          </p:cNvPr>
          <p:cNvCxnSpPr>
            <a:cxnSpLocks/>
          </p:cNvCxnSpPr>
          <p:nvPr userDrawn="1"/>
        </p:nvCxnSpPr>
        <p:spPr>
          <a:xfrm>
            <a:off x="0" y="164150"/>
            <a:ext cx="70603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77414" y="6375748"/>
            <a:ext cx="4847572" cy="363255"/>
          </a:xfrm>
          <a:prstGeom prst="rect">
            <a:avLst/>
          </a:prstGeom>
        </p:spPr>
        <p:txBody>
          <a:bodyPr anchor="ctr">
            <a:normAutofit/>
          </a:bodyPr>
          <a:lstStyle>
            <a:lvl1pPr marL="0" indent="0">
              <a:buNone/>
              <a:defRPr sz="1400" b="0" i="0">
                <a:latin typeface="+mj-lt"/>
              </a:defRPr>
            </a:lvl1pPr>
            <a:lvl2pPr>
              <a:defRPr sz="1600" b="0" i="0">
                <a:latin typeface="Univers Light" panose="020B0403020202020204" pitchFamily="34" charset="0"/>
              </a:defRPr>
            </a:lvl2pPr>
            <a:lvl3pPr>
              <a:defRPr sz="1600" b="0" i="0">
                <a:latin typeface="Univers Light" panose="020B0403020202020204" pitchFamily="34" charset="0"/>
              </a:defRPr>
            </a:lvl3pPr>
            <a:lvl4pPr>
              <a:defRPr sz="1600" b="0" i="0">
                <a:latin typeface="Univers Light" panose="020B0403020202020204" pitchFamily="34" charset="0"/>
              </a:defRPr>
            </a:lvl4pPr>
            <a:lvl5pPr>
              <a:defRPr sz="1600" b="0" i="0">
                <a:latin typeface="Univers Light" panose="020B04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2097538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lumMod val="90000"/>
          </a:schemeClr>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113C676-72E3-B810-A6B9-DCE36B8778A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5C83582-5E0E-E3D3-3C94-4ACFD9A1C718}"/>
              </a:ext>
            </a:extLst>
          </p:cNvPr>
          <p:cNvSpPr>
            <a:spLocks noGrp="1"/>
          </p:cNvSpPr>
          <p:nvPr>
            <p:ph type="title"/>
          </p:nvPr>
        </p:nvSpPr>
        <p:spPr>
          <a:xfrm>
            <a:off x="634030" y="5109709"/>
            <a:ext cx="10369296" cy="1207008"/>
          </a:xfrm>
        </p:spPr>
        <p:txBody>
          <a:bodyPr>
            <a:normAutofit/>
          </a:bodyPr>
          <a:lstStyle>
            <a:lvl1pPr>
              <a:defRPr sz="24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F18D256-8D94-AD48-AC70-FA7FB4656784}" type="datetime1">
              <a:rPr lang="en-US" smtClean="0"/>
              <a:t>4/29/2026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B088E26B-9247-68F3-E9B8-157E22E9714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EADDD523-89BD-4FD5-9443-E7DD58338829}"/>
              </a:ext>
            </a:extLst>
          </p:cNvPr>
          <p:cNvSpPr>
            <a:spLocks noGrp="1"/>
          </p:cNvSpPr>
          <p:nvPr>
            <p:ph sz="quarter" idx="14" hasCustomPrompt="1"/>
          </p:nvPr>
        </p:nvSpPr>
        <p:spPr>
          <a:xfrm>
            <a:off x="634030" y="1374953"/>
            <a:ext cx="11128248" cy="3447288"/>
          </a:xfrm>
        </p:spPr>
        <p:txBody>
          <a:bodyPr>
            <a:noAutofit/>
          </a:bodyPr>
          <a:lstStyle>
            <a:lvl1pPr marL="0" indent="0">
              <a:lnSpc>
                <a:spcPct val="90000"/>
              </a:lnSpc>
              <a:buNone/>
              <a:defRPr sz="30000"/>
            </a:lvl1pPr>
          </a:lstStyle>
          <a:p>
            <a:pPr lvl="0"/>
            <a:r>
              <a:rPr lang="en-US"/>
              <a:t>##%</a:t>
            </a:r>
          </a:p>
        </p:txBody>
      </p:sp>
    </p:spTree>
    <p:extLst>
      <p:ext uri="{BB962C8B-B14F-4D97-AF65-F5344CB8AC3E}">
        <p14:creationId xmlns:p14="http://schemas.microsoft.com/office/powerpoint/2010/main" val="5817247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AF240C4-9480-994E-0BD5-BF7BE95F9F7B}"/>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4A34DBE-5B8B-D933-E010-32D592317E81}"/>
              </a:ext>
            </a:extLst>
          </p:cNvPr>
          <p:cNvSpPr>
            <a:spLocks noGrp="1"/>
          </p:cNvSpPr>
          <p:nvPr>
            <p:ph type="title"/>
          </p:nvPr>
        </p:nvSpPr>
        <p:spPr>
          <a:xfrm>
            <a:off x="634030" y="5380383"/>
            <a:ext cx="6773934" cy="936333"/>
          </a:xfrm>
        </p:spPr>
        <p:txBody>
          <a:bodyPr anchor="b">
            <a:normAutofit/>
          </a:bodyPr>
          <a:lstStyle>
            <a:lvl1pPr>
              <a:defRPr sz="24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BC99D08-11FA-9A4F-8AE4-C4979B640AA7}" type="datetime1">
              <a:rPr lang="en-US" smtClean="0"/>
              <a:t>4/29/2026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6" name="Straight Connector 5">
            <a:extLst>
              <a:ext uri="{FF2B5EF4-FFF2-40B4-BE49-F238E27FC236}">
                <a16:creationId xmlns:a16="http://schemas.microsoft.com/office/drawing/2014/main" id="{63547AA0-CA68-609A-06D4-5F771838B5D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A2C14DB2-31D1-2A77-5862-79EC80A884B1}"/>
              </a:ext>
            </a:extLst>
          </p:cNvPr>
          <p:cNvSpPr>
            <a:spLocks noGrp="1"/>
          </p:cNvSpPr>
          <p:nvPr>
            <p:ph sz="quarter" idx="14" hasCustomPrompt="1"/>
          </p:nvPr>
        </p:nvSpPr>
        <p:spPr>
          <a:xfrm>
            <a:off x="634030" y="1374952"/>
            <a:ext cx="10367347" cy="3833147"/>
          </a:xfrm>
        </p:spPr>
        <p:txBody>
          <a:bodyPr>
            <a:noAutofit/>
          </a:bodyPr>
          <a:lstStyle>
            <a:lvl1pPr marL="0" indent="0">
              <a:lnSpc>
                <a:spcPct val="90000"/>
              </a:lnSpc>
              <a:buNone/>
              <a:defRPr sz="30000"/>
            </a:lvl1pPr>
          </a:lstStyle>
          <a:p>
            <a:pPr lvl="0"/>
            <a:r>
              <a:rPr lang="en-US"/>
              <a:t>##%</a:t>
            </a:r>
          </a:p>
        </p:txBody>
      </p:sp>
    </p:spTree>
    <p:extLst>
      <p:ext uri="{BB962C8B-B14F-4D97-AF65-F5344CB8AC3E}">
        <p14:creationId xmlns:p14="http://schemas.microsoft.com/office/powerpoint/2010/main" val="357225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B8C624E-4F6C-E890-10DF-FE279DA2597D}"/>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60774BD-35B4-BDFD-98B2-123D58FC6550}"/>
              </a:ext>
            </a:extLst>
          </p:cNvPr>
          <p:cNvSpPr>
            <a:spLocks noGrp="1"/>
          </p:cNvSpPr>
          <p:nvPr>
            <p:ph type="title"/>
          </p:nvPr>
        </p:nvSpPr>
        <p:spPr>
          <a:xfrm>
            <a:off x="634030" y="5109709"/>
            <a:ext cx="10367340" cy="1207008"/>
          </a:xfrm>
        </p:spPr>
        <p:txBody>
          <a:bodyPr>
            <a:normAutofit/>
          </a:bodyPr>
          <a:lstStyle>
            <a:lvl1pPr>
              <a:defRPr sz="24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A8AE8B27-11F7-194F-8BAB-D7C03BEEA90A}" type="datetime1">
              <a:rPr lang="en-US" smtClean="0"/>
              <a:t>4/29/2026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5FD9BA66-49B9-422C-E28F-BA9E9DB6469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11">
            <a:extLst>
              <a:ext uri="{FF2B5EF4-FFF2-40B4-BE49-F238E27FC236}">
                <a16:creationId xmlns:a16="http://schemas.microsoft.com/office/drawing/2014/main" id="{856E9D3E-CEAC-9B88-5B32-F19B49057302}"/>
              </a:ext>
            </a:extLst>
          </p:cNvPr>
          <p:cNvSpPr>
            <a:spLocks noGrp="1"/>
          </p:cNvSpPr>
          <p:nvPr>
            <p:ph sz="quarter" idx="14" hasCustomPrompt="1"/>
          </p:nvPr>
        </p:nvSpPr>
        <p:spPr>
          <a:xfrm>
            <a:off x="634030" y="1340489"/>
            <a:ext cx="10369296" cy="3392424"/>
          </a:xfrm>
        </p:spPr>
        <p:txBody>
          <a:bodyPr>
            <a:noAutofit/>
          </a:bodyPr>
          <a:lstStyle>
            <a:lvl1pPr marL="0" indent="0">
              <a:lnSpc>
                <a:spcPct val="90000"/>
              </a:lnSpc>
              <a:buNone/>
              <a:defRPr sz="30000"/>
            </a:lvl1pPr>
          </a:lstStyle>
          <a:p>
            <a:pPr lvl="0"/>
            <a:r>
              <a:rPr lang="en-US"/>
              <a:t>##%</a:t>
            </a:r>
          </a:p>
        </p:txBody>
      </p:sp>
    </p:spTree>
    <p:extLst>
      <p:ext uri="{BB962C8B-B14F-4D97-AF65-F5344CB8AC3E}">
        <p14:creationId xmlns:p14="http://schemas.microsoft.com/office/powerpoint/2010/main" val="389285655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bg2"/>
        </a:solidFill>
        <a:effectLst/>
      </p:bgPr>
    </p:bg>
    <p:spTree>
      <p:nvGrpSpPr>
        <p:cNvPr id="1" name=""/>
        <p:cNvGrpSpPr/>
        <p:nvPr/>
      </p:nvGrpSpPr>
      <p:grpSpPr>
        <a:xfrm>
          <a:off x="0" y="0"/>
          <a:ext cx="0" cy="0"/>
          <a:chOff x="0" y="0"/>
          <a:chExt cx="0" cy="0"/>
        </a:xfrm>
      </p:grpSpPr>
      <p:cxnSp>
        <p:nvCxnSpPr>
          <p:cNvPr id="51" name="Straight Connector 50">
            <a:extLst>
              <a:ext uri="{FF2B5EF4-FFF2-40B4-BE49-F238E27FC236}">
                <a16:creationId xmlns:a16="http://schemas.microsoft.com/office/drawing/2014/main" id="{0D627006-2F17-8195-85F1-6A04C935CD0A}"/>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09600" y="-1186864"/>
            <a:ext cx="10652760" cy="1050725"/>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9D6C909-3D7F-834E-BB68-316E18E888F7}" type="datetime1">
              <a:rPr lang="en-US" smtClean="0"/>
              <a:t>4/29/2026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C6DC5F9A-93BE-3155-B9FF-4F2B904E7ED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EB9CB9C1-FB48-2C3D-F797-DF062B37A94B}"/>
              </a:ext>
            </a:extLst>
          </p:cNvPr>
          <p:cNvSpPr>
            <a:spLocks noGrp="1"/>
          </p:cNvSpPr>
          <p:nvPr>
            <p:ph sz="quarter" idx="13" hasCustomPrompt="1"/>
          </p:nvPr>
        </p:nvSpPr>
        <p:spPr>
          <a:xfrm>
            <a:off x="609600" y="634999"/>
            <a:ext cx="10972800" cy="5669280"/>
          </a:xfrm>
          <a:prstGeom prst="rect">
            <a:avLst/>
          </a:prstGeom>
        </p:spPr>
        <p:txBody>
          <a:bodyPr anchor="t">
            <a:normAutofit/>
          </a:bodyPr>
          <a:lstStyle>
            <a:lvl1pPr marL="0" indent="0">
              <a:lnSpc>
                <a:spcPct val="90000"/>
              </a:lnSpc>
              <a:buNone/>
              <a:defRPr sz="6000" b="0" cap="all" baseline="0"/>
            </a:lvl1pPr>
            <a:lvl2pPr marL="228600" indent="0">
              <a:lnSpc>
                <a:spcPct val="90000"/>
              </a:lnSpc>
              <a:buNone/>
              <a:defRPr sz="6000" b="0" cap="all" baseline="0"/>
            </a:lvl2pPr>
            <a:lvl3pPr marL="457200" indent="0">
              <a:lnSpc>
                <a:spcPct val="90000"/>
              </a:lnSpc>
              <a:buNone/>
              <a:defRPr sz="6000" b="0" cap="all" baseline="0"/>
            </a:lvl3pPr>
            <a:lvl4pPr marL="685800" indent="0">
              <a:lnSpc>
                <a:spcPct val="90000"/>
              </a:lnSpc>
              <a:buNone/>
              <a:defRPr sz="6000" b="0" cap="all" baseline="0"/>
            </a:lvl4pPr>
            <a:lvl5pPr marL="914400" indent="0">
              <a:lnSpc>
                <a:spcPct val="90000"/>
              </a:lnSpc>
              <a:buNone/>
              <a:defRPr sz="6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70105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2">
            <a:lumMod val="90000"/>
          </a:schemeClr>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A6BAF69-D870-EE43-874B-AC932294DF22}" type="datetime1">
              <a:rPr lang="en-US" smtClean="0"/>
              <a:t>4/29/2026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5"/>
            <a:ext cx="10972800" cy="5553985"/>
          </a:xfrm>
          <a:prstGeom prst="rect">
            <a:avLst/>
          </a:prstGeom>
        </p:spPr>
        <p:txBody>
          <a:bodyPr anchor="b">
            <a:normAutofit/>
          </a:bodyPr>
          <a:lstStyle>
            <a:lvl1pPr marL="0" indent="0">
              <a:lnSpc>
                <a:spcPct val="90000"/>
              </a:lnSpc>
              <a:buNone/>
              <a:defRPr sz="6000" b="0" cap="all" baseline="0"/>
            </a:lvl1pPr>
            <a:lvl2pPr marL="228600" indent="0">
              <a:lnSpc>
                <a:spcPct val="90000"/>
              </a:lnSpc>
              <a:buNone/>
              <a:defRPr sz="6000" b="0" cap="all" baseline="0"/>
            </a:lvl2pPr>
            <a:lvl3pPr marL="457200" indent="0">
              <a:lnSpc>
                <a:spcPct val="90000"/>
              </a:lnSpc>
              <a:buNone/>
              <a:defRPr sz="6000" b="0" cap="all" baseline="0"/>
            </a:lvl3pPr>
            <a:lvl4pPr marL="685800" indent="0">
              <a:lnSpc>
                <a:spcPct val="90000"/>
              </a:lnSpc>
              <a:buNone/>
              <a:defRPr sz="6000" b="0" cap="all" baseline="0"/>
            </a:lvl4pPr>
            <a:lvl5pPr marL="914400" indent="0">
              <a:lnSpc>
                <a:spcPct val="90000"/>
              </a:lnSpc>
              <a:buNone/>
              <a:defRPr sz="6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63608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4">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F7E9A70-5D05-F64F-A304-DFD75CCDEE2E}" type="datetime1">
              <a:rPr lang="en-US" smtClean="0"/>
              <a:t>4/29/2026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7"/>
            <a:ext cx="10972800" cy="5553985"/>
          </a:xfrm>
          <a:prstGeom prst="rect">
            <a:avLst/>
          </a:prstGeom>
        </p:spPr>
        <p:txBody>
          <a:bodyPr anchor="b">
            <a:normAutofit/>
          </a:bodyPr>
          <a:lstStyle>
            <a:lvl1pPr marL="0" indent="0">
              <a:lnSpc>
                <a:spcPct val="90000"/>
              </a:lnSpc>
              <a:buNone/>
              <a:defRPr sz="6000" b="0" cap="all" baseline="0">
                <a:solidFill>
                  <a:schemeClr val="accent1">
                    <a:lumMod val="25000"/>
                  </a:schemeClr>
                </a:solidFill>
              </a:defRPr>
            </a:lvl1pPr>
            <a:lvl2pPr marL="228600" indent="0">
              <a:lnSpc>
                <a:spcPct val="90000"/>
              </a:lnSpc>
              <a:buNone/>
              <a:defRPr sz="6000" b="0" cap="all" baseline="0">
                <a:solidFill>
                  <a:schemeClr val="accent1">
                    <a:lumMod val="25000"/>
                  </a:schemeClr>
                </a:solidFill>
              </a:defRPr>
            </a:lvl2pPr>
            <a:lvl3pPr marL="457200" indent="0">
              <a:lnSpc>
                <a:spcPct val="90000"/>
              </a:lnSpc>
              <a:buNone/>
              <a:defRPr sz="6000" b="0" cap="all" baseline="0">
                <a:solidFill>
                  <a:schemeClr val="accent1">
                    <a:lumMod val="25000"/>
                  </a:schemeClr>
                </a:solidFill>
              </a:defRPr>
            </a:lvl3pPr>
            <a:lvl4pPr marL="685800" indent="0">
              <a:lnSpc>
                <a:spcPct val="90000"/>
              </a:lnSpc>
              <a:buNone/>
              <a:defRPr sz="6000" b="0" cap="all" baseline="0">
                <a:solidFill>
                  <a:schemeClr val="accent1">
                    <a:lumMod val="25000"/>
                  </a:schemeClr>
                </a:solidFill>
              </a:defRPr>
            </a:lvl4pPr>
            <a:lvl5pPr marL="914400" indent="0">
              <a:lnSpc>
                <a:spcPct val="90000"/>
              </a:lnSpc>
              <a:buNone/>
              <a:defRPr sz="6000" b="0" cap="all" baseline="0">
                <a:solidFill>
                  <a:schemeClr val="accent1">
                    <a:lumMod val="25000"/>
                  </a:schemeClr>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00859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5">
    <p:bg>
      <p:bgPr>
        <a:solidFill>
          <a:schemeClr val="tx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D151979D-E75F-A743-8C5B-88CDEDEC73D6}" type="datetime1">
              <a:rPr lang="en-US" smtClean="0"/>
              <a:t>4/29/2026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69011"/>
            <a:ext cx="10972800" cy="5553985"/>
          </a:xfrm>
          <a:prstGeom prst="rect">
            <a:avLst/>
          </a:prstGeom>
        </p:spPr>
        <p:txBody>
          <a:bodyPr anchor="b">
            <a:normAutofit/>
          </a:bodyPr>
          <a:lstStyle>
            <a:lvl1pPr marL="0" indent="0">
              <a:lnSpc>
                <a:spcPct val="90000"/>
              </a:lnSpc>
              <a:buNone/>
              <a:defRPr sz="6000" b="1" cap="all" baseline="0">
                <a:solidFill>
                  <a:schemeClr val="bg1"/>
                </a:solidFill>
              </a:defRPr>
            </a:lvl1pPr>
            <a:lvl2pPr marL="228600" indent="0">
              <a:lnSpc>
                <a:spcPct val="90000"/>
              </a:lnSpc>
              <a:buNone/>
              <a:defRPr sz="6000" b="1" cap="all" baseline="0">
                <a:solidFill>
                  <a:schemeClr val="bg1"/>
                </a:solidFill>
              </a:defRPr>
            </a:lvl2pPr>
            <a:lvl3pPr marL="457200" indent="0">
              <a:lnSpc>
                <a:spcPct val="90000"/>
              </a:lnSpc>
              <a:buNone/>
              <a:defRPr sz="6000" b="1" cap="all" baseline="0">
                <a:solidFill>
                  <a:schemeClr val="bg1"/>
                </a:solidFill>
              </a:defRPr>
            </a:lvl3pPr>
            <a:lvl4pPr marL="685800" indent="0">
              <a:lnSpc>
                <a:spcPct val="90000"/>
              </a:lnSpc>
              <a:buNone/>
              <a:defRPr sz="6000" b="1" cap="all" baseline="0">
                <a:solidFill>
                  <a:schemeClr val="bg1"/>
                </a:solidFill>
              </a:defRPr>
            </a:lvl4pPr>
            <a:lvl5pPr marL="914400" indent="0">
              <a:lnSpc>
                <a:spcPct val="90000"/>
              </a:lnSpc>
              <a:buNone/>
              <a:defRPr sz="6000" b="1" cap="all" baseline="0">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21317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C518A1F-ACCA-80D1-B725-434280AEC75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3A49BD5-2A20-6D4F-BDE5-9C60FF133D72}"/>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tx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BC72B243-4245-AC4F-8428-841FDABED002}" type="datetime1">
              <a:rPr lang="en-US" smtClean="0"/>
              <a:t>4/29/2026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6" name="Straight Connector 5">
            <a:extLst>
              <a:ext uri="{FF2B5EF4-FFF2-40B4-BE49-F238E27FC236}">
                <a16:creationId xmlns:a16="http://schemas.microsoft.com/office/drawing/2014/main" id="{1EDBAF72-4C6A-14D9-5801-64F0FA350F7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6CA0554C-4FF8-F224-177F-D44E2EA0BFBB}"/>
              </a:ext>
            </a:extLst>
          </p:cNvPr>
          <p:cNvSpPr>
            <a:spLocks noGrp="1"/>
          </p:cNvSpPr>
          <p:nvPr>
            <p:ph sz="quarter" idx="13" hasCustomPrompt="1"/>
          </p:nvPr>
        </p:nvSpPr>
        <p:spPr>
          <a:xfrm>
            <a:off x="628953" y="1373807"/>
            <a:ext cx="10069527" cy="4060635"/>
          </a:xfrm>
          <a:prstGeom prst="rect">
            <a:avLst/>
          </a:prstGeom>
        </p:spPr>
        <p:txBody>
          <a:bodyPr anchor="t">
            <a:normAutofit/>
          </a:bodyPr>
          <a:lstStyle>
            <a:lvl1pPr marL="164592" indent="-164592">
              <a:lnSpc>
                <a:spcPct val="100000"/>
              </a:lnSpc>
              <a:spcBef>
                <a:spcPts val="0"/>
              </a:spcBef>
              <a:buNone/>
              <a:defRPr sz="3600" cap="all" baseline="0">
                <a:latin typeface="+mj-lt"/>
              </a:defRPr>
            </a:lvl1pPr>
          </a:lstStyle>
          <a:p>
            <a:pPr lvl="0"/>
            <a:r>
              <a:rPr lang="en-US"/>
              <a:t>CLICK TO ADD QUOTE</a:t>
            </a:r>
          </a:p>
        </p:txBody>
      </p:sp>
    </p:spTree>
    <p:extLst>
      <p:ext uri="{BB962C8B-B14F-4D97-AF65-F5344CB8AC3E}">
        <p14:creationId xmlns:p14="http://schemas.microsoft.com/office/powerpoint/2010/main" val="6124552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FD47CB2-2DC0-2D1C-3E20-3B23C0394451}"/>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34940376-AFED-3D68-777A-172B7001E87B}"/>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bg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01A4D632-3FB7-744B-8469-F41F493E43AE}" type="datetime1">
              <a:rPr lang="en-US" smtClean="0"/>
              <a:t>4/29/2026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315DE24C-5070-BB46-4081-8ED244198E0F}"/>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EE5118C8-ABCC-8F3E-B739-002235EBAB7C}"/>
              </a:ext>
            </a:extLst>
          </p:cNvPr>
          <p:cNvSpPr>
            <a:spLocks noGrp="1"/>
          </p:cNvSpPr>
          <p:nvPr>
            <p:ph sz="quarter" idx="13" hasCustomPrompt="1"/>
          </p:nvPr>
        </p:nvSpPr>
        <p:spPr>
          <a:xfrm>
            <a:off x="628953" y="667890"/>
            <a:ext cx="10069527" cy="4060635"/>
          </a:xfrm>
          <a:prstGeom prst="rect">
            <a:avLst/>
          </a:prstGeom>
        </p:spPr>
        <p:txBody>
          <a:bodyPr anchor="t">
            <a:normAutofit/>
          </a:bodyPr>
          <a:lstStyle>
            <a:lvl1pPr marL="164592" indent="-164592">
              <a:lnSpc>
                <a:spcPct val="100000"/>
              </a:lnSpc>
              <a:spcBef>
                <a:spcPts val="0"/>
              </a:spcBef>
              <a:buNone/>
              <a:defRPr sz="3600" cap="all" baseline="0">
                <a:solidFill>
                  <a:schemeClr val="bg1"/>
                </a:solidFill>
                <a:latin typeface="+mj-lt"/>
              </a:defRPr>
            </a:lvl1pPr>
          </a:lstStyle>
          <a:p>
            <a:pPr lvl="0"/>
            <a:r>
              <a:rPr lang="en-US"/>
              <a:t>CLICK TO ADD QUOTE</a:t>
            </a:r>
          </a:p>
        </p:txBody>
      </p:sp>
    </p:spTree>
    <p:extLst>
      <p:ext uri="{BB962C8B-B14F-4D97-AF65-F5344CB8AC3E}">
        <p14:creationId xmlns:p14="http://schemas.microsoft.com/office/powerpoint/2010/main" val="558891004"/>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tx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0708A38-78BC-D3CE-5C55-65C094C8935A}"/>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05FFFF2-E35B-B16D-3D98-6A7B571A2044}"/>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bg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BE62FDEF-F6CD-6E40-89C3-8A8BB711875E}" type="datetime1">
              <a:rPr lang="en-US" smtClean="0"/>
              <a:t>4/29/2026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B1108F76-E7E3-1812-8331-DCE59FFE0DFB}"/>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2D1EB142-2C95-07B2-16A2-D3B362900569}"/>
              </a:ext>
            </a:extLst>
          </p:cNvPr>
          <p:cNvSpPr>
            <a:spLocks noGrp="1"/>
          </p:cNvSpPr>
          <p:nvPr>
            <p:ph sz="quarter" idx="13" hasCustomPrompt="1"/>
          </p:nvPr>
        </p:nvSpPr>
        <p:spPr>
          <a:xfrm>
            <a:off x="628953" y="634635"/>
            <a:ext cx="10069527" cy="4799807"/>
          </a:xfrm>
          <a:prstGeom prst="rect">
            <a:avLst/>
          </a:prstGeom>
        </p:spPr>
        <p:txBody>
          <a:bodyPr anchor="b">
            <a:normAutofit/>
          </a:bodyPr>
          <a:lstStyle>
            <a:lvl1pPr marL="164592" indent="-164592">
              <a:lnSpc>
                <a:spcPct val="100000"/>
              </a:lnSpc>
              <a:spcBef>
                <a:spcPts val="0"/>
              </a:spcBef>
              <a:buNone/>
              <a:defRPr sz="3600" cap="all" baseline="0">
                <a:solidFill>
                  <a:schemeClr val="bg1"/>
                </a:solidFill>
                <a:latin typeface="+mj-lt"/>
              </a:defRPr>
            </a:lvl1pPr>
          </a:lstStyle>
          <a:p>
            <a:pPr lvl="0"/>
            <a:r>
              <a:rPr lang="en-US"/>
              <a:t>CLICK TO ADD QUOTE</a:t>
            </a:r>
          </a:p>
        </p:txBody>
      </p:sp>
    </p:spTree>
    <p:extLst>
      <p:ext uri="{BB962C8B-B14F-4D97-AF65-F5344CB8AC3E}">
        <p14:creationId xmlns:p14="http://schemas.microsoft.com/office/powerpoint/2010/main" val="28433707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33CF370-3CA5-B9C3-AA2C-1D52A27AD18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0"/>
            <a:ext cx="10923934" cy="1127756"/>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AA6F6B0-7BDB-FB4C-9D76-500FE2DDFD1B}"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0DA0E66B-621F-DCB6-E24E-748318E12F2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70CAE2F0-3041-7269-FCA3-14BE4B94ECBB}"/>
              </a:ext>
            </a:extLst>
          </p:cNvPr>
          <p:cNvSpPr>
            <a:spLocks noGrp="1"/>
          </p:cNvSpPr>
          <p:nvPr>
            <p:ph sz="quarter" idx="15"/>
          </p:nvPr>
        </p:nvSpPr>
        <p:spPr>
          <a:xfrm>
            <a:off x="634030" y="2129474"/>
            <a:ext cx="5267332" cy="4094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9">
            <a:extLst>
              <a:ext uri="{FF2B5EF4-FFF2-40B4-BE49-F238E27FC236}">
                <a16:creationId xmlns:a16="http://schemas.microsoft.com/office/drawing/2014/main" id="{202FAAFA-42C4-CFD2-DBA8-BC2201120380}"/>
              </a:ext>
            </a:extLst>
          </p:cNvPr>
          <p:cNvSpPr>
            <a:spLocks noGrp="1"/>
          </p:cNvSpPr>
          <p:nvPr>
            <p:ph sz="quarter" idx="16"/>
          </p:nvPr>
        </p:nvSpPr>
        <p:spPr>
          <a:xfrm>
            <a:off x="6290632" y="2128839"/>
            <a:ext cx="5267332" cy="4094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58599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1A96DE7-ACFB-A025-20F2-1C9A4CEF7566}"/>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641197"/>
            <a:ext cx="10923934" cy="688973"/>
          </a:xfrm>
        </p:spPr>
        <p:txBody>
          <a:bodyPr>
            <a:normAutofit/>
          </a:bodyPr>
          <a:lstStyle>
            <a:lvl1pPr>
              <a:defRPr sz="3600"/>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8BC4869-D3B1-C341-9C4A-88DDA4DA192E}" type="datetime1">
              <a:rPr lang="en-US" smtClean="0"/>
              <a:t>4/29/2026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3472" y="1456523"/>
            <a:ext cx="5266644" cy="688973"/>
          </a:xfrm>
          <a:prstGeom prst="rect">
            <a:avLst/>
          </a:prstGeo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9">
            <a:extLst>
              <a:ext uri="{FF2B5EF4-FFF2-40B4-BE49-F238E27FC236}">
                <a16:creationId xmlns:a16="http://schemas.microsoft.com/office/drawing/2014/main" id="{AAF7DC9C-9332-6860-8B76-290D8AE372F7}"/>
              </a:ext>
            </a:extLst>
          </p:cNvPr>
          <p:cNvSpPr>
            <a:spLocks noGrp="1"/>
          </p:cNvSpPr>
          <p:nvPr>
            <p:ph sz="quarter" idx="15"/>
          </p:nvPr>
        </p:nvSpPr>
        <p:spPr>
          <a:xfrm>
            <a:off x="633470" y="2271849"/>
            <a:ext cx="5267332" cy="39449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456523"/>
            <a:ext cx="5271464" cy="688973"/>
          </a:xfrm>
          <a:prstGeom prst="rect">
            <a:avLst/>
          </a:prstGeo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9">
            <a:extLst>
              <a:ext uri="{FF2B5EF4-FFF2-40B4-BE49-F238E27FC236}">
                <a16:creationId xmlns:a16="http://schemas.microsoft.com/office/drawing/2014/main" id="{814A6650-A301-AE53-ACE9-C9F2CCD87CE8}"/>
              </a:ext>
            </a:extLst>
          </p:cNvPr>
          <p:cNvSpPr>
            <a:spLocks noGrp="1"/>
          </p:cNvSpPr>
          <p:nvPr>
            <p:ph sz="quarter" idx="16"/>
          </p:nvPr>
        </p:nvSpPr>
        <p:spPr>
          <a:xfrm>
            <a:off x="6290072" y="2271849"/>
            <a:ext cx="5267332" cy="39449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FC723C3-DA4A-8D71-987B-EB7E7A74D1E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170173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4A141C8-6351-7BB4-B97D-32DF6F45DBC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30" y="634990"/>
            <a:ext cx="10923933" cy="1127761"/>
          </a:xfrm>
        </p:spPr>
        <p:txBody>
          <a:bodyPr>
            <a:norm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1280AA4-9AC4-7644-BD1D-3608838FE24E}" type="datetime1">
              <a:rPr lang="en-US" smtClean="0"/>
              <a:t>4/29/2026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6" name="Straight Connector 5">
            <a:extLst>
              <a:ext uri="{FF2B5EF4-FFF2-40B4-BE49-F238E27FC236}">
                <a16:creationId xmlns:a16="http://schemas.microsoft.com/office/drawing/2014/main" id="{D88218CD-6934-8D18-A575-7C745D80A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29699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FE09A4A-7256-DFB0-F197-FAC31C991665}"/>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4081334A-D224-D041-9F63-26A9E0C05551}" type="datetime1">
              <a:rPr lang="en-US" smtClean="0"/>
              <a:t>4/29/2026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a:extLst>
              <a:ext uri="{FF2B5EF4-FFF2-40B4-BE49-F238E27FC236}">
                <a16:creationId xmlns:a16="http://schemas.microsoft.com/office/drawing/2014/main" id="{1571AA78-5D18-EE68-E9E7-A1075C78BC2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8554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30" y="634990"/>
            <a:ext cx="4096995" cy="1874006"/>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F2E9456-38E2-B645-89F2-A4EE19009666}" type="datetime1">
              <a:rPr lang="en-US" smtClean="0"/>
              <a:t>4/29/2026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CD4A6C7F-9167-3CFF-8E30-53AE9D6BB73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20" y="2866804"/>
            <a:ext cx="4096987" cy="2989469"/>
          </a:xfrm>
          <a:prstGeom prst="rect">
            <a:avLst/>
          </a:prstGeo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062330" y="634989"/>
            <a:ext cx="6495633" cy="5857517"/>
          </a:xfrm>
          <a:prstGeom prst="rect">
            <a:avLst/>
          </a:prstGeo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A9C0A275-A2A5-8AD0-2E0F-DDE194CF8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3642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0D70470-0208-0F43-B978-960D5782D9F1}" type="datetime1">
              <a:rPr lang="en-US" smtClean="0"/>
              <a:t>4/29/2026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03E95682-83E4-B8FD-0229-98470A1CACC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C2BD7F5-CDD3-75CC-75F0-0D3B429420E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56D9DA0-6EE9-83EA-17DF-CC70C2448FC9}"/>
              </a:ext>
            </a:extLst>
          </p:cNvPr>
          <p:cNvSpPr>
            <a:spLocks noGrp="1"/>
          </p:cNvSpPr>
          <p:nvPr>
            <p:ph type="title"/>
          </p:nvPr>
        </p:nvSpPr>
        <p:spPr>
          <a:xfrm>
            <a:off x="612648" y="634990"/>
            <a:ext cx="3595634" cy="1762083"/>
          </a:xfrm>
        </p:spPr>
        <p:txBody>
          <a:bodyPr anchor="t">
            <a:normAutofit/>
          </a:bodyPr>
          <a:lstStyle>
            <a:lvl1pPr>
              <a:defRPr sz="3600"/>
            </a:lvl1pPr>
          </a:lstStyle>
          <a:p>
            <a:r>
              <a:rPr lang="en-US"/>
              <a:t>Click to edit Master title style</a:t>
            </a:r>
          </a:p>
        </p:txBody>
      </p:sp>
      <p:sp>
        <p:nvSpPr>
          <p:cNvPr id="11" name="Text Placeholder 3">
            <a:extLst>
              <a:ext uri="{FF2B5EF4-FFF2-40B4-BE49-F238E27FC236}">
                <a16:creationId xmlns:a16="http://schemas.microsoft.com/office/drawing/2014/main" id="{D578782C-4033-2DC8-D9E6-78F704FB0CD8}"/>
              </a:ext>
            </a:extLst>
          </p:cNvPr>
          <p:cNvSpPr>
            <a:spLocks noGrp="1"/>
          </p:cNvSpPr>
          <p:nvPr>
            <p:ph type="body" sz="half" idx="2"/>
          </p:nvPr>
        </p:nvSpPr>
        <p:spPr>
          <a:xfrm>
            <a:off x="612648" y="2521515"/>
            <a:ext cx="3585586" cy="3701117"/>
          </a:xfrm>
          <a:prstGeom prst="rect">
            <a:avLst/>
          </a:prstGeo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4782C0C8-F3A4-B2F1-131D-63904B515429}"/>
              </a:ext>
            </a:extLst>
          </p:cNvPr>
          <p:cNvSpPr>
            <a:spLocks noGrp="1"/>
          </p:cNvSpPr>
          <p:nvPr>
            <p:ph type="pic" idx="1" hasCustomPrompt="1"/>
          </p:nvPr>
        </p:nvSpPr>
        <p:spPr>
          <a:xfrm>
            <a:off x="5340483" y="634990"/>
            <a:ext cx="6139637" cy="5587643"/>
          </a:xfrm>
          <a:prstGeom prst="rect">
            <a:avLst/>
          </a:prstGeo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258529784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1373816"/>
            <a:ext cx="10906802" cy="1607128"/>
          </a:xfrm>
        </p:spPr>
        <p:txBody>
          <a:bodyPr anchor="b">
            <a:noAutofit/>
          </a:bodyPr>
          <a:lstStyle>
            <a:lvl1pPr>
              <a:defRPr sz="3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B19637D-AC4A-CB4E-96DC-9B86DEC28BAD}"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BB4F35B0-78B0-CF96-BDA9-3D1E19B0636E}"/>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hasCustomPrompt="1"/>
          </p:nvPr>
        </p:nvSpPr>
        <p:spPr>
          <a:xfrm>
            <a:off x="633480" y="3615051"/>
            <a:ext cx="10906781" cy="2607949"/>
          </a:xfrm>
          <a:prstGeom prst="rect">
            <a:avLst/>
          </a:prstGeom>
        </p:spPr>
        <p:txBody>
          <a:bodyPr>
            <a:norm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55FE6CEC-AEBC-8860-A62E-637765B0DE2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482937"/>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C31587E-E768-0BED-F16B-618390A49DB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B729E58-15D4-9BFF-C39F-C683CED24138}"/>
              </a:ext>
            </a:extLst>
          </p:cNvPr>
          <p:cNvSpPr>
            <a:spLocks noGrp="1"/>
          </p:cNvSpPr>
          <p:nvPr>
            <p:ph type="title"/>
          </p:nvPr>
        </p:nvSpPr>
        <p:spPr>
          <a:xfrm>
            <a:off x="612647" y="1953889"/>
            <a:ext cx="8430767" cy="1842020"/>
          </a:xfrm>
        </p:spPr>
        <p:txBody>
          <a:bodyPr anchor="b">
            <a:noAutofit/>
          </a:bodyPr>
          <a:lstStyle>
            <a:lvl1pPr>
              <a:defRPr sz="3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16200000">
            <a:off x="-532352" y="5260879"/>
            <a:ext cx="1494475" cy="429768"/>
          </a:xfrm>
        </p:spPr>
        <p:txBody>
          <a:bodyPr/>
          <a:lstStyle>
            <a:lvl1pPr>
              <a:defRPr>
                <a:solidFill>
                  <a:schemeClr val="bg1"/>
                </a:solidFill>
              </a:defRPr>
            </a:lvl1pPr>
          </a:lstStyle>
          <a:p>
            <a:fld id="{68B0FE8A-6796-DE43-BAD7-69D8B3740AE7}"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A329D384-6BDA-A5B3-C1ED-7DADE965436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6">
            <a:extLst>
              <a:ext uri="{FF2B5EF4-FFF2-40B4-BE49-F238E27FC236}">
                <a16:creationId xmlns:a16="http://schemas.microsoft.com/office/drawing/2014/main" id="{349BFD2E-FBA7-08CA-139F-3F60185F32DE}"/>
              </a:ext>
            </a:extLst>
          </p:cNvPr>
          <p:cNvSpPr>
            <a:spLocks noGrp="1"/>
          </p:cNvSpPr>
          <p:nvPr>
            <p:ph sz="quarter" idx="14" hasCustomPrompt="1"/>
          </p:nvPr>
        </p:nvSpPr>
        <p:spPr>
          <a:xfrm>
            <a:off x="612775" y="3971109"/>
            <a:ext cx="8430639" cy="2251892"/>
          </a:xfrm>
          <a:prstGeom prst="rect">
            <a:avLst/>
          </a:prstGeom>
        </p:spPr>
        <p:txBody>
          <a:bodyPr anchor="b">
            <a:no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410258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30" y="634990"/>
            <a:ext cx="10923934" cy="755659"/>
          </a:xfrm>
          <a:prstGeom prst="rect">
            <a:avLst/>
          </a:prstGeom>
        </p:spPr>
        <p:txBody>
          <a:bodyPr vert="horz" lIns="91440" tIns="45720" rIns="91440" bIns="45720" rtlCol="0" anchor="t">
            <a:normAutofit/>
          </a:bodyPr>
          <a:lstStyle/>
          <a:p>
            <a:r>
              <a:rPr lang="en-US"/>
              <a:t>Click to edit Master title style</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2067304" y="2231454"/>
            <a:ext cx="4564376" cy="429768"/>
          </a:xfrm>
          <a:prstGeom prst="rect">
            <a:avLst/>
          </a:prstGeom>
        </p:spPr>
        <p:txBody>
          <a:bodyPr vert="horz" lIns="91440" tIns="45720" rIns="91440" bIns="45720" rtlCol="0" anchor="ctr"/>
          <a:lstStyle>
            <a:lvl1pPr algn="r" rtl="0">
              <a:defRPr sz="800" b="0" i="0">
                <a:solidFill>
                  <a:schemeClr val="tx1"/>
                </a:solidFill>
                <a:latin typeface="+mn-lt"/>
                <a:ea typeface="Batang" panose="02030600000101010101" pitchFamily="18" charset="-127"/>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16200000">
            <a:off x="-532352" y="5260879"/>
            <a:ext cx="1494475" cy="429768"/>
          </a:xfrm>
          <a:prstGeom prst="rect">
            <a:avLst/>
          </a:prstGeom>
        </p:spPr>
        <p:txBody>
          <a:bodyPr vert="horz" lIns="91440" tIns="45720" rIns="91440" bIns="45720" rtlCol="0" anchor="ctr"/>
          <a:lstStyle>
            <a:lvl1pPr algn="l" rtl="0">
              <a:defRPr sz="800" b="0" i="0">
                <a:solidFill>
                  <a:schemeClr val="tx1"/>
                </a:solidFill>
                <a:latin typeface="+mn-lt"/>
                <a:ea typeface="Batang" panose="02030600000101010101" pitchFamily="18" charset="-127"/>
              </a:defRPr>
            </a:lvl1pPr>
          </a:lstStyle>
          <a:p>
            <a:fld id="{43E9438E-6B36-A14E-B7B5-A87CBFCBC1F9}" type="datetime1">
              <a:rPr lang="en-US" smtClean="0"/>
              <a:pPr/>
              <a:t>4/29/2026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2" y="6492513"/>
            <a:ext cx="429207" cy="365125"/>
          </a:xfrm>
          <a:prstGeom prst="rect">
            <a:avLst/>
          </a:prstGeom>
        </p:spPr>
        <p:txBody>
          <a:bodyPr vert="horz" lIns="91440" tIns="45720" rIns="91440" bIns="45720" rtlCol="0" anchor="ctr"/>
          <a:lstStyle>
            <a:lvl1pPr algn="ctr" rtl="0">
              <a:defRPr sz="800" b="0" i="0">
                <a:solidFill>
                  <a:schemeClr val="tx1"/>
                </a:solidFill>
                <a:latin typeface="+mn-lt"/>
                <a:ea typeface="Batang" panose="02030600000101010101" pitchFamily="18" charset="-127"/>
              </a:defRPr>
            </a:lvl1pPr>
          </a:lstStyle>
          <a:p>
            <a:fld id="{CC057153-B650-4DEB-B370-79DDCFDCE934}" type="slidenum">
              <a:rPr lang="en-US" smtClean="0"/>
              <a:pPr/>
              <a:t>‹#›</a:t>
            </a:fld>
            <a:endParaRPr lang="en-US"/>
          </a:p>
        </p:txBody>
      </p:sp>
      <p:sp>
        <p:nvSpPr>
          <p:cNvPr id="9" name="Text Placeholder 2">
            <a:extLst>
              <a:ext uri="{FF2B5EF4-FFF2-40B4-BE49-F238E27FC236}">
                <a16:creationId xmlns:a16="http://schemas.microsoft.com/office/drawing/2014/main" id="{65102932-722B-3E65-A301-BE5A2490CA12}"/>
              </a:ext>
            </a:extLst>
          </p:cNvPr>
          <p:cNvSpPr>
            <a:spLocks noGrp="1"/>
          </p:cNvSpPr>
          <p:nvPr>
            <p:ph type="body" idx="1"/>
          </p:nvPr>
        </p:nvSpPr>
        <p:spPr>
          <a:xfrm>
            <a:off x="634030" y="1537958"/>
            <a:ext cx="10923934" cy="46850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900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hdr="0"/>
  <p:txStyles>
    <p:titleStyle>
      <a:lvl1pPr algn="l" defTabSz="914400" rtl="0" eaLnBrk="1" latinLnBrk="0" hangingPunct="1">
        <a:lnSpc>
          <a:spcPct val="90000"/>
        </a:lnSpc>
        <a:spcBef>
          <a:spcPct val="0"/>
        </a:spcBef>
        <a:buNone/>
        <a:defRPr sz="3600" b="0" i="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6.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www.baeldung.com/java-21-sequenced-collections"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D70D0-B43A-3CC9-9302-201A73FF331C}"/>
              </a:ext>
            </a:extLst>
          </p:cNvPr>
          <p:cNvSpPr>
            <a:spLocks noGrp="1"/>
          </p:cNvSpPr>
          <p:nvPr>
            <p:ph type="ctrTitle"/>
          </p:nvPr>
        </p:nvSpPr>
        <p:spPr>
          <a:xfrm>
            <a:off x="598578" y="2018460"/>
            <a:ext cx="9140954" cy="3236439"/>
          </a:xfrm>
        </p:spPr>
        <p:txBody>
          <a:bodyPr anchor="b">
            <a:normAutofit/>
          </a:bodyPr>
          <a:lstStyle/>
          <a:p>
            <a:r>
              <a:rPr lang="en-US" sz="5600" dirty="0"/>
              <a:t>Java 21 LTS Features</a:t>
            </a:r>
          </a:p>
        </p:txBody>
      </p:sp>
      <p:sp>
        <p:nvSpPr>
          <p:cNvPr id="4" name="Footer Placeholder 3">
            <a:extLst>
              <a:ext uri="{FF2B5EF4-FFF2-40B4-BE49-F238E27FC236}">
                <a16:creationId xmlns:a16="http://schemas.microsoft.com/office/drawing/2014/main" id="{EEC0D2DC-8ECC-0118-4957-3A4F463BF501}"/>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endParaRPr lang="en-US" dirty="0"/>
          </a:p>
        </p:txBody>
      </p:sp>
      <p:sp>
        <p:nvSpPr>
          <p:cNvPr id="5" name="Date Placeholder 4">
            <a:extLst>
              <a:ext uri="{FF2B5EF4-FFF2-40B4-BE49-F238E27FC236}">
                <a16:creationId xmlns:a16="http://schemas.microsoft.com/office/drawing/2014/main" id="{75CA0476-7350-B1DE-A145-D16B7C663FD2}"/>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4/29/2026</a:t>
            </a:fld>
            <a:endParaRPr lang="en-US"/>
          </a:p>
        </p:txBody>
      </p:sp>
      <p:sp>
        <p:nvSpPr>
          <p:cNvPr id="6" name="Slide Number Placeholder 5">
            <a:extLst>
              <a:ext uri="{FF2B5EF4-FFF2-40B4-BE49-F238E27FC236}">
                <a16:creationId xmlns:a16="http://schemas.microsoft.com/office/drawing/2014/main" id="{02A897CE-39E9-6432-9B21-31A879C146E6}"/>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sp>
        <p:nvSpPr>
          <p:cNvPr id="8" name="Subtitle 7">
            <a:extLst>
              <a:ext uri="{FF2B5EF4-FFF2-40B4-BE49-F238E27FC236}">
                <a16:creationId xmlns:a16="http://schemas.microsoft.com/office/drawing/2014/main" id="{2F193ECD-43A0-F40E-72F6-CDE9385CB10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543509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56447-E18E-AE01-4FF7-8BB3F06C2FB7}"/>
              </a:ext>
            </a:extLst>
          </p:cNvPr>
          <p:cNvSpPr>
            <a:spLocks noGrp="1"/>
          </p:cNvSpPr>
          <p:nvPr>
            <p:ph type="ctrTitle"/>
          </p:nvPr>
        </p:nvSpPr>
        <p:spPr>
          <a:xfrm>
            <a:off x="612648" y="1001713"/>
            <a:ext cx="7909560" cy="5477510"/>
          </a:xfrm>
        </p:spPr>
        <p:txBody>
          <a:bodyPr anchor="b">
            <a:normAutofit/>
          </a:bodyPr>
          <a:lstStyle/>
          <a:p>
            <a:r>
              <a:rPr lang="en-US" dirty="0"/>
              <a:t>Java 21 LTS Context and Upgrade Motivation</a:t>
            </a:r>
          </a:p>
        </p:txBody>
      </p:sp>
      <p:sp>
        <p:nvSpPr>
          <p:cNvPr id="4" name="Footer Placeholder 3">
            <a:extLst>
              <a:ext uri="{FF2B5EF4-FFF2-40B4-BE49-F238E27FC236}">
                <a16:creationId xmlns:a16="http://schemas.microsoft.com/office/drawing/2014/main" id="{7F5BBBCF-3087-CFAD-4CF5-C9401865145C}"/>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endParaRPr lang="en-US" dirty="0"/>
          </a:p>
        </p:txBody>
      </p:sp>
      <p:sp>
        <p:nvSpPr>
          <p:cNvPr id="5" name="Date Placeholder 4">
            <a:extLst>
              <a:ext uri="{FF2B5EF4-FFF2-40B4-BE49-F238E27FC236}">
                <a16:creationId xmlns:a16="http://schemas.microsoft.com/office/drawing/2014/main" id="{D291E75F-A754-40A5-87AF-F492E0D1742E}"/>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4/29/2026</a:t>
            </a:fld>
            <a:endParaRPr lang="en-US"/>
          </a:p>
        </p:txBody>
      </p:sp>
      <p:sp>
        <p:nvSpPr>
          <p:cNvPr id="6" name="Slide Number Placeholder 5">
            <a:extLst>
              <a:ext uri="{FF2B5EF4-FFF2-40B4-BE49-F238E27FC236}">
                <a16:creationId xmlns:a16="http://schemas.microsoft.com/office/drawing/2014/main" id="{520E0DD5-100A-71C7-0380-ADAD906B5437}"/>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spTree>
    <p:extLst>
      <p:ext uri="{BB962C8B-B14F-4D97-AF65-F5344CB8AC3E}">
        <p14:creationId xmlns:p14="http://schemas.microsoft.com/office/powerpoint/2010/main" val="89619865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3d flow chart.">
            <a:extLst>
              <a:ext uri="{FF2B5EF4-FFF2-40B4-BE49-F238E27FC236}">
                <a16:creationId xmlns:a16="http://schemas.microsoft.com/office/drawing/2014/main" id="{00905FEA-C00B-4444-9C6A-2041BD1C9D17}"/>
              </a:ext>
            </a:extLst>
          </p:cNvPr>
          <p:cNvPicPr>
            <a:picLocks noGrp="1" noChangeAspect="1"/>
          </p:cNvPicPr>
          <p:nvPr>
            <p:ph type="pic" sz="quarter" idx="13"/>
          </p:nvPr>
        </p:nvPicPr>
        <p:blipFill>
          <a:blip r:embed="rId3"/>
          <a:stretch/>
        </p:blipFill>
        <p:spPr>
          <a:xfrm>
            <a:off x="609600" y="3029511"/>
            <a:ext cx="4675632" cy="2337816"/>
          </a:xfrm>
        </p:spPr>
      </p:pic>
      <p:sp>
        <p:nvSpPr>
          <p:cNvPr id="3" name="Footer Placeholder 2">
            <a:extLst>
              <a:ext uri="{FF2B5EF4-FFF2-40B4-BE49-F238E27FC236}">
                <a16:creationId xmlns:a16="http://schemas.microsoft.com/office/drawing/2014/main" id="{D34D9792-0A46-A057-28A6-5C2A84CE55C8}"/>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endParaRPr lang="en-US" dirty="0"/>
          </a:p>
        </p:txBody>
      </p:sp>
      <p:sp>
        <p:nvSpPr>
          <p:cNvPr id="4" name="Date Placeholder 3">
            <a:extLst>
              <a:ext uri="{FF2B5EF4-FFF2-40B4-BE49-F238E27FC236}">
                <a16:creationId xmlns:a16="http://schemas.microsoft.com/office/drawing/2014/main" id="{CFBBD4F2-417B-C05E-540D-560C6FE2D754}"/>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4/29/2026</a:t>
            </a:fld>
            <a:endParaRPr lang="en-US"/>
          </a:p>
        </p:txBody>
      </p:sp>
      <p:sp>
        <p:nvSpPr>
          <p:cNvPr id="5" name="Slide Number Placeholder 4">
            <a:extLst>
              <a:ext uri="{FF2B5EF4-FFF2-40B4-BE49-F238E27FC236}">
                <a16:creationId xmlns:a16="http://schemas.microsoft.com/office/drawing/2014/main" id="{2D4C4E63-CBD6-50F5-BB60-BD9608424C20}"/>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
        <p:nvSpPr>
          <p:cNvPr id="2" name="Title 1">
            <a:extLst>
              <a:ext uri="{FF2B5EF4-FFF2-40B4-BE49-F238E27FC236}">
                <a16:creationId xmlns:a16="http://schemas.microsoft.com/office/drawing/2014/main" id="{7BEAB51F-5458-FE3A-B7DC-4B523FF59230}"/>
              </a:ext>
            </a:extLst>
          </p:cNvPr>
          <p:cNvSpPr>
            <a:spLocks noGrp="1"/>
          </p:cNvSpPr>
          <p:nvPr>
            <p:ph type="title"/>
          </p:nvPr>
        </p:nvSpPr>
        <p:spPr>
          <a:xfrm>
            <a:off x="612647" y="634999"/>
            <a:ext cx="4672584" cy="1269482"/>
          </a:xfrm>
        </p:spPr>
        <p:txBody>
          <a:bodyPr anchor="t">
            <a:normAutofit/>
          </a:bodyPr>
          <a:lstStyle/>
          <a:p>
            <a:r>
              <a:rPr lang="en-US" sz="2800"/>
              <a:t>Why Java 21 LTS Matters for Modern Engineering Teams</a:t>
            </a:r>
          </a:p>
        </p:txBody>
      </p:sp>
      <p:sp>
        <p:nvSpPr>
          <p:cNvPr id="7" name="Content Placeholder 6">
            <a:extLst>
              <a:ext uri="{FF2B5EF4-FFF2-40B4-BE49-F238E27FC236}">
                <a16:creationId xmlns:a16="http://schemas.microsoft.com/office/drawing/2014/main" id="{9882C4E3-2386-6755-EC55-5E0719343CA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Long-Term Support and Stability</a:t>
            </a:r>
          </a:p>
          <a:p>
            <a:pPr marL="0" lvl="1" indent="0">
              <a:buFont typeface="Arial" panose="020B0604020202020204" pitchFamily="34" charset="0"/>
              <a:buNone/>
            </a:pPr>
            <a:r>
              <a:rPr lang="en-US"/>
              <a:t>Java 21 LTS offers extended updates and security patches, ensuring stability for large-scale production systems.</a:t>
            </a:r>
          </a:p>
          <a:p>
            <a:pPr marL="0" indent="0">
              <a:spcBef>
                <a:spcPts val="2500"/>
              </a:spcBef>
              <a:buFont typeface="Arial" panose="020B0604020202020204" pitchFamily="34" charset="0"/>
              <a:buNone/>
            </a:pPr>
            <a:r>
              <a:rPr lang="en-US" b="1"/>
              <a:t>Virtual Threads for Concurrency</a:t>
            </a:r>
          </a:p>
          <a:p>
            <a:pPr marL="0" lvl="1" indent="0">
              <a:buFont typeface="Arial" panose="020B0604020202020204" pitchFamily="34" charset="0"/>
              <a:buNone/>
            </a:pPr>
            <a:r>
              <a:rPr lang="en-US"/>
              <a:t>Virtual threads remove OS resource bottlenecks, enabling simpler code and massive concurrency in backend services.</a:t>
            </a:r>
          </a:p>
          <a:p>
            <a:pPr marL="0" indent="0">
              <a:spcBef>
                <a:spcPts val="2500"/>
              </a:spcBef>
              <a:buFont typeface="Arial" panose="020B0604020202020204" pitchFamily="34" charset="0"/>
              <a:buNone/>
            </a:pPr>
            <a:r>
              <a:rPr lang="en-US" b="1"/>
              <a:t>Enhanced Developer Productivity</a:t>
            </a:r>
          </a:p>
          <a:p>
            <a:pPr marL="0" lvl="1" indent="0">
              <a:buFont typeface="Arial" panose="020B0604020202020204" pitchFamily="34" charset="0"/>
              <a:buNone/>
            </a:pPr>
            <a:r>
              <a:rPr lang="en-US"/>
              <a:t>Pattern matching and record patterns reduce boilerplate, making code safer and easier to understand.</a:t>
            </a:r>
          </a:p>
          <a:p>
            <a:pPr marL="0" indent="0">
              <a:spcBef>
                <a:spcPts val="2500"/>
              </a:spcBef>
              <a:buFont typeface="Arial" panose="020B0604020202020204" pitchFamily="34" charset="0"/>
              <a:buNone/>
            </a:pPr>
            <a:r>
              <a:rPr lang="en-US" b="1"/>
              <a:t>Improved Runtime Performance</a:t>
            </a:r>
          </a:p>
          <a:p>
            <a:pPr marL="0" lvl="1" indent="0">
              <a:buFont typeface="Arial" panose="020B0604020202020204" pitchFamily="34" charset="0"/>
              <a:buNone/>
            </a:pPr>
            <a:r>
              <a:rPr lang="en-US"/>
              <a:t>Generational ZGC enhances garbage collection, reducing latency and operational tuning effort for large applications.</a:t>
            </a:r>
          </a:p>
        </p:txBody>
      </p:sp>
    </p:spTree>
    <p:extLst>
      <p:ext uri="{BB962C8B-B14F-4D97-AF65-F5344CB8AC3E}">
        <p14:creationId xmlns:p14="http://schemas.microsoft.com/office/powerpoint/2010/main" val="23457111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9AFE9-7726-86E3-799B-2EEF5DF95DFF}"/>
              </a:ext>
            </a:extLst>
          </p:cNvPr>
          <p:cNvSpPr>
            <a:spLocks noGrp="1"/>
          </p:cNvSpPr>
          <p:nvPr>
            <p:ph type="ctrTitle"/>
          </p:nvPr>
        </p:nvSpPr>
        <p:spPr>
          <a:xfrm>
            <a:off x="612648" y="1001713"/>
            <a:ext cx="7909560" cy="5477510"/>
          </a:xfrm>
        </p:spPr>
        <p:txBody>
          <a:bodyPr anchor="b">
            <a:normAutofit/>
          </a:bodyPr>
          <a:lstStyle/>
          <a:p>
            <a:r>
              <a:rPr lang="en-US" dirty="0"/>
              <a:t>Modern Concurrency with Virtual Threads</a:t>
            </a:r>
          </a:p>
        </p:txBody>
      </p:sp>
      <p:sp>
        <p:nvSpPr>
          <p:cNvPr id="4" name="Footer Placeholder 3">
            <a:extLst>
              <a:ext uri="{FF2B5EF4-FFF2-40B4-BE49-F238E27FC236}">
                <a16:creationId xmlns:a16="http://schemas.microsoft.com/office/drawing/2014/main" id="{F7BD5E20-D3DC-50EA-9740-3C38B7C4550B}"/>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endParaRPr lang="en-US" dirty="0"/>
          </a:p>
        </p:txBody>
      </p:sp>
      <p:sp>
        <p:nvSpPr>
          <p:cNvPr id="5" name="Date Placeholder 4">
            <a:extLst>
              <a:ext uri="{FF2B5EF4-FFF2-40B4-BE49-F238E27FC236}">
                <a16:creationId xmlns:a16="http://schemas.microsoft.com/office/drawing/2014/main" id="{6BEB8798-5D77-C804-577F-E1E057E3168E}"/>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4/29/2026</a:t>
            </a:fld>
            <a:endParaRPr lang="en-US"/>
          </a:p>
        </p:txBody>
      </p:sp>
      <p:sp>
        <p:nvSpPr>
          <p:cNvPr id="6" name="Slide Number Placeholder 5">
            <a:extLst>
              <a:ext uri="{FF2B5EF4-FFF2-40B4-BE49-F238E27FC236}">
                <a16:creationId xmlns:a16="http://schemas.microsoft.com/office/drawing/2014/main" id="{DFA0712D-6633-2232-B971-D616D7A12BE1}"/>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Tree>
    <p:extLst>
      <p:ext uri="{BB962C8B-B14F-4D97-AF65-F5344CB8AC3E}">
        <p14:creationId xmlns:p14="http://schemas.microsoft.com/office/powerpoint/2010/main" val="221010597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D34DD-7408-DC45-1E1E-0F6B4EA88309}"/>
              </a:ext>
            </a:extLst>
          </p:cNvPr>
          <p:cNvSpPr>
            <a:spLocks noGrp="1"/>
          </p:cNvSpPr>
          <p:nvPr>
            <p:ph type="title"/>
          </p:nvPr>
        </p:nvSpPr>
        <p:spPr>
          <a:xfrm>
            <a:off x="4487024" y="634999"/>
            <a:ext cx="6950232" cy="1124525"/>
          </a:xfrm>
        </p:spPr>
        <p:txBody>
          <a:bodyPr anchor="t">
            <a:normAutofit/>
          </a:bodyPr>
          <a:lstStyle/>
          <a:p>
            <a:r>
              <a:rPr lang="en-US" sz="2300" dirty="0"/>
              <a:t>Virtual Threads:</a:t>
            </a:r>
          </a:p>
        </p:txBody>
      </p:sp>
      <p:sp>
        <p:nvSpPr>
          <p:cNvPr id="3" name="Footer Placeholder 2">
            <a:extLst>
              <a:ext uri="{FF2B5EF4-FFF2-40B4-BE49-F238E27FC236}">
                <a16:creationId xmlns:a16="http://schemas.microsoft.com/office/drawing/2014/main" id="{6E886DAB-716D-D308-1509-F9C9140293CC}"/>
              </a:ext>
            </a:extLst>
          </p:cNvPr>
          <p:cNvSpPr>
            <a:spLocks noGrp="1"/>
          </p:cNvSpPr>
          <p:nvPr>
            <p:ph type="ftr" sz="quarter" idx="16"/>
          </p:nvPr>
        </p:nvSpPr>
        <p:spPr>
          <a:xfrm rot="16200000">
            <a:off x="-2067304" y="2231454"/>
            <a:ext cx="4564376" cy="429768"/>
          </a:xfrm>
        </p:spPr>
        <p:txBody>
          <a:bodyPr anchor="ctr">
            <a:normAutofit/>
          </a:bodyPr>
          <a:lstStyle/>
          <a:p>
            <a:pPr>
              <a:spcAft>
                <a:spcPts val="600"/>
              </a:spcAft>
            </a:pPr>
            <a:endParaRPr lang="en-US" dirty="0"/>
          </a:p>
        </p:txBody>
      </p:sp>
      <p:sp>
        <p:nvSpPr>
          <p:cNvPr id="4" name="Date Placeholder 3">
            <a:extLst>
              <a:ext uri="{FF2B5EF4-FFF2-40B4-BE49-F238E27FC236}">
                <a16:creationId xmlns:a16="http://schemas.microsoft.com/office/drawing/2014/main" id="{F0124C2A-0D91-0382-D970-D69B6D8DE02C}"/>
              </a:ext>
            </a:extLst>
          </p:cNvPr>
          <p:cNvSpPr>
            <a:spLocks noGrp="1"/>
          </p:cNvSpPr>
          <p:nvPr>
            <p:ph type="dt" sz="half" idx="15"/>
          </p:nvPr>
        </p:nvSpPr>
        <p:spPr>
          <a:xfrm rot="16200000">
            <a:off x="-532354" y="5260879"/>
            <a:ext cx="1494474" cy="429768"/>
          </a:xfrm>
        </p:spPr>
        <p:txBody>
          <a:bodyPr anchor="ctr">
            <a:normAutofit/>
          </a:bodyPr>
          <a:lstStyle/>
          <a:p>
            <a:pPr>
              <a:spcAft>
                <a:spcPts val="600"/>
              </a:spcAft>
            </a:pPr>
            <a:fld id="{FAA6F6B0-7BDB-FB4C-9D76-500FE2DDFD1B}" type="datetime1">
              <a:rPr lang="en-US" smtClean="0"/>
              <a:pPr>
                <a:spcAft>
                  <a:spcPts val="600"/>
                </a:spcAft>
              </a:pPr>
              <a:t>4/29/2026</a:t>
            </a:fld>
            <a:endParaRPr lang="en-US"/>
          </a:p>
        </p:txBody>
      </p:sp>
      <p:sp>
        <p:nvSpPr>
          <p:cNvPr id="5" name="Slide Number Placeholder 4">
            <a:extLst>
              <a:ext uri="{FF2B5EF4-FFF2-40B4-BE49-F238E27FC236}">
                <a16:creationId xmlns:a16="http://schemas.microsoft.com/office/drawing/2014/main" id="{D2698918-D495-BE20-E973-446B773BFD5C}"/>
              </a:ext>
            </a:extLst>
          </p:cNvPr>
          <p:cNvSpPr>
            <a:spLocks noGrp="1"/>
          </p:cNvSpPr>
          <p:nvPr>
            <p:ph type="sldNum" sz="quarter" idx="17"/>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pic>
        <p:nvPicPr>
          <p:cNvPr id="8" name="Content Placeholder 7">
            <a:extLst>
              <a:ext uri="{FF2B5EF4-FFF2-40B4-BE49-F238E27FC236}">
                <a16:creationId xmlns:a16="http://schemas.microsoft.com/office/drawing/2014/main" id="{76DAEA40-828D-4135-83E9-AD5390C37DB9}"/>
              </a:ext>
            </a:extLst>
          </p:cNvPr>
          <p:cNvPicPr>
            <a:picLocks noGrp="1" noChangeAspect="1"/>
          </p:cNvPicPr>
          <p:nvPr>
            <p:ph type="pic" sz="quarter" idx="13"/>
          </p:nvPr>
        </p:nvPicPr>
        <p:blipFill>
          <a:blip r:embed="rId3"/>
          <a:srcRect l="54452" r="15988"/>
          <a:stretch>
            <a:fillRect/>
          </a:stretch>
        </p:blipFill>
        <p:spPr>
          <a:xfrm>
            <a:off x="598328" y="10"/>
            <a:ext cx="3256513" cy="6857990"/>
          </a:xfrm>
        </p:spPr>
      </p:pic>
      <p:sp>
        <p:nvSpPr>
          <p:cNvPr id="7" name="Content Placeholder 6">
            <a:extLst>
              <a:ext uri="{FF2B5EF4-FFF2-40B4-BE49-F238E27FC236}">
                <a16:creationId xmlns:a16="http://schemas.microsoft.com/office/drawing/2014/main" id="{D85E4963-1ED3-FCCD-CAE4-F33B2AA9D7A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879608"/>
            <a:ext cx="6950232" cy="4343387"/>
          </a:xfrm>
        </p:spPr>
        <p:txBody>
          <a:bodyPr>
            <a:normAutofit fontScale="92500" lnSpcReduction="10000"/>
          </a:bodyPr>
          <a:lstStyle/>
          <a:p>
            <a:pPr marL="0" indent="0">
              <a:lnSpc>
                <a:spcPct val="110000"/>
              </a:lnSpc>
              <a:spcBef>
                <a:spcPts val="2500"/>
              </a:spcBef>
              <a:buFont typeface="Arial" panose="020B0604020202020204" pitchFamily="34" charset="0"/>
              <a:buNone/>
            </a:pPr>
            <a:r>
              <a:rPr lang="en-US" b="1" dirty="0"/>
              <a:t>Virtual Threads Overview</a:t>
            </a:r>
          </a:p>
          <a:p>
            <a:pPr marL="0" lvl="1" indent="0">
              <a:lnSpc>
                <a:spcPct val="110000"/>
              </a:lnSpc>
              <a:buFont typeface="Arial" panose="020B0604020202020204" pitchFamily="34" charset="0"/>
              <a:buNone/>
            </a:pPr>
            <a:r>
              <a:rPr lang="en-US" dirty="0"/>
              <a:t>Virtual threads allow JVM to manage millions of lightweight threads, improving scalability and efficiency.</a:t>
            </a:r>
          </a:p>
          <a:p>
            <a:pPr marL="0" indent="0">
              <a:lnSpc>
                <a:spcPct val="110000"/>
              </a:lnSpc>
              <a:spcBef>
                <a:spcPts val="2500"/>
              </a:spcBef>
              <a:buFont typeface="Arial" panose="020B0604020202020204" pitchFamily="34" charset="0"/>
              <a:buNone/>
            </a:pPr>
            <a:r>
              <a:rPr lang="en-US" b="1" dirty="0"/>
              <a:t>Simplified Concurrency Model</a:t>
            </a:r>
          </a:p>
          <a:p>
            <a:pPr marL="0" lvl="1" indent="0">
              <a:lnSpc>
                <a:spcPct val="110000"/>
              </a:lnSpc>
              <a:buFont typeface="Arial" panose="020B0604020202020204" pitchFamily="34" charset="0"/>
              <a:buNone/>
            </a:pPr>
            <a:r>
              <a:rPr lang="en-US" dirty="0"/>
              <a:t>Developers can write simple blocking-style code while achieving massive concurrency without reactive complexity.</a:t>
            </a:r>
          </a:p>
          <a:p>
            <a:pPr marL="0" indent="0">
              <a:lnSpc>
                <a:spcPct val="110000"/>
              </a:lnSpc>
              <a:spcBef>
                <a:spcPts val="2500"/>
              </a:spcBef>
              <a:buFont typeface="Arial" panose="020B0604020202020204" pitchFamily="34" charset="0"/>
              <a:buNone/>
            </a:pPr>
            <a:r>
              <a:rPr lang="en-US" b="1" dirty="0"/>
              <a:t>Improved CPU Utilization</a:t>
            </a:r>
          </a:p>
          <a:p>
            <a:pPr marL="0" lvl="1" indent="0">
              <a:lnSpc>
                <a:spcPct val="110000"/>
              </a:lnSpc>
              <a:buFont typeface="Arial" panose="020B0604020202020204" pitchFamily="34" charset="0"/>
              <a:buNone/>
            </a:pPr>
            <a:r>
              <a:rPr lang="en-US" dirty="0"/>
              <a:t>Virtual threads free carrier threads during I/O blocking, leading to better CPU usage and throughput.</a:t>
            </a:r>
          </a:p>
          <a:p>
            <a:pPr marL="0" indent="0">
              <a:lnSpc>
                <a:spcPct val="110000"/>
              </a:lnSpc>
              <a:spcBef>
                <a:spcPts val="2500"/>
              </a:spcBef>
              <a:buFont typeface="Arial" panose="020B0604020202020204" pitchFamily="34" charset="0"/>
              <a:buNone/>
            </a:pPr>
            <a:r>
              <a:rPr lang="en-US" b="1" dirty="0"/>
              <a:t>Adoption</a:t>
            </a:r>
          </a:p>
          <a:p>
            <a:pPr marL="0" lvl="1" indent="0">
              <a:lnSpc>
                <a:spcPct val="110000"/>
              </a:lnSpc>
              <a:buNone/>
            </a:pPr>
            <a:r>
              <a:rPr lang="en-US" dirty="0"/>
              <a:t>Best for I/O-heavy workloads such as REST APIs, DB calls, file/network operations, and integrations.</a:t>
            </a:r>
          </a:p>
          <a:p>
            <a:pPr marL="0" lvl="1" indent="0">
              <a:lnSpc>
                <a:spcPct val="110000"/>
              </a:lnSpc>
              <a:buNone/>
            </a:pPr>
            <a:r>
              <a:rPr lang="en-US" dirty="0"/>
              <a:t>Use Executors.newVirtualThreadPerTaskExecutor() to run many blocking tasks with simpler thread-per-request style.</a:t>
            </a:r>
          </a:p>
          <a:p>
            <a:pPr marL="0" lvl="1" indent="0">
              <a:lnSpc>
                <a:spcPct val="110000"/>
              </a:lnSpc>
              <a:buNone/>
            </a:pPr>
            <a:endParaRPr lang="en-US" dirty="0"/>
          </a:p>
          <a:p>
            <a:pPr marL="0" lvl="1" indent="0">
              <a:lnSpc>
                <a:spcPct val="110000"/>
              </a:lnSpc>
              <a:buFont typeface="Arial" panose="020B0604020202020204" pitchFamily="34" charset="0"/>
              <a:buNone/>
            </a:pPr>
            <a:endParaRPr lang="en-US" dirty="0"/>
          </a:p>
        </p:txBody>
      </p:sp>
    </p:spTree>
    <p:extLst>
      <p:ext uri="{BB962C8B-B14F-4D97-AF65-F5344CB8AC3E}">
        <p14:creationId xmlns:p14="http://schemas.microsoft.com/office/powerpoint/2010/main" val="40561469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272CD-EFB2-42E8-63D1-FEA40BB61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84687-49BA-CF41-F43A-C027A50E4871}"/>
              </a:ext>
            </a:extLst>
          </p:cNvPr>
          <p:cNvSpPr>
            <a:spLocks noGrp="1"/>
          </p:cNvSpPr>
          <p:nvPr>
            <p:ph type="title"/>
          </p:nvPr>
        </p:nvSpPr>
        <p:spPr>
          <a:xfrm>
            <a:off x="4487024" y="634999"/>
            <a:ext cx="6950232" cy="1124525"/>
          </a:xfrm>
        </p:spPr>
        <p:txBody>
          <a:bodyPr anchor="t">
            <a:normAutofit/>
          </a:bodyPr>
          <a:lstStyle/>
          <a:p>
            <a:r>
              <a:rPr lang="en-US" sz="2300" dirty="0"/>
              <a:t>Virtual Threads:</a:t>
            </a:r>
          </a:p>
        </p:txBody>
      </p:sp>
      <p:sp>
        <p:nvSpPr>
          <p:cNvPr id="3" name="Footer Placeholder 2">
            <a:extLst>
              <a:ext uri="{FF2B5EF4-FFF2-40B4-BE49-F238E27FC236}">
                <a16:creationId xmlns:a16="http://schemas.microsoft.com/office/drawing/2014/main" id="{CE2924EE-FE1F-9A0D-6EC0-6097E455680E}"/>
              </a:ext>
            </a:extLst>
          </p:cNvPr>
          <p:cNvSpPr>
            <a:spLocks noGrp="1"/>
          </p:cNvSpPr>
          <p:nvPr>
            <p:ph type="ftr" sz="quarter" idx="16"/>
          </p:nvPr>
        </p:nvSpPr>
        <p:spPr>
          <a:xfrm rot="16200000">
            <a:off x="-2067304" y="2231454"/>
            <a:ext cx="4564376" cy="429768"/>
          </a:xfrm>
        </p:spPr>
        <p:txBody>
          <a:bodyPr anchor="ctr">
            <a:normAutofit/>
          </a:bodyPr>
          <a:lstStyle/>
          <a:p>
            <a:pPr>
              <a:spcAft>
                <a:spcPts val="600"/>
              </a:spcAft>
            </a:pPr>
            <a:endParaRPr lang="en-US" dirty="0"/>
          </a:p>
        </p:txBody>
      </p:sp>
      <p:sp>
        <p:nvSpPr>
          <p:cNvPr id="4" name="Date Placeholder 3">
            <a:extLst>
              <a:ext uri="{FF2B5EF4-FFF2-40B4-BE49-F238E27FC236}">
                <a16:creationId xmlns:a16="http://schemas.microsoft.com/office/drawing/2014/main" id="{85E8EF36-0590-43EC-667E-6B81985A21A9}"/>
              </a:ext>
            </a:extLst>
          </p:cNvPr>
          <p:cNvSpPr>
            <a:spLocks noGrp="1"/>
          </p:cNvSpPr>
          <p:nvPr>
            <p:ph type="dt" sz="half" idx="15"/>
          </p:nvPr>
        </p:nvSpPr>
        <p:spPr>
          <a:xfrm rot="16200000">
            <a:off x="-532354" y="5260879"/>
            <a:ext cx="1494474" cy="429768"/>
          </a:xfrm>
        </p:spPr>
        <p:txBody>
          <a:bodyPr anchor="ctr">
            <a:normAutofit/>
          </a:bodyPr>
          <a:lstStyle/>
          <a:p>
            <a:pPr>
              <a:spcAft>
                <a:spcPts val="600"/>
              </a:spcAft>
            </a:pPr>
            <a:fld id="{FAA6F6B0-7BDB-FB4C-9D76-500FE2DDFD1B}" type="datetime1">
              <a:rPr lang="en-US" smtClean="0"/>
              <a:pPr>
                <a:spcAft>
                  <a:spcPts val="600"/>
                </a:spcAft>
              </a:pPr>
              <a:t>4/30/2026</a:t>
            </a:fld>
            <a:endParaRPr lang="en-US"/>
          </a:p>
        </p:txBody>
      </p:sp>
      <p:sp>
        <p:nvSpPr>
          <p:cNvPr id="5" name="Slide Number Placeholder 4">
            <a:extLst>
              <a:ext uri="{FF2B5EF4-FFF2-40B4-BE49-F238E27FC236}">
                <a16:creationId xmlns:a16="http://schemas.microsoft.com/office/drawing/2014/main" id="{1000C0E9-1CE4-804F-D317-A65F42737B16}"/>
              </a:ext>
            </a:extLst>
          </p:cNvPr>
          <p:cNvSpPr>
            <a:spLocks noGrp="1"/>
          </p:cNvSpPr>
          <p:nvPr>
            <p:ph type="sldNum" sz="quarter" idx="17"/>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6</a:t>
            </a:fld>
            <a:endParaRPr lang="en-US"/>
          </a:p>
        </p:txBody>
      </p:sp>
      <p:pic>
        <p:nvPicPr>
          <p:cNvPr id="8" name="Content Placeholder 7">
            <a:extLst>
              <a:ext uri="{FF2B5EF4-FFF2-40B4-BE49-F238E27FC236}">
                <a16:creationId xmlns:a16="http://schemas.microsoft.com/office/drawing/2014/main" id="{5860B17E-E4E5-B275-FC47-1A22B29D42D9}"/>
              </a:ext>
            </a:extLst>
          </p:cNvPr>
          <p:cNvPicPr>
            <a:picLocks noGrp="1" noChangeAspect="1"/>
          </p:cNvPicPr>
          <p:nvPr>
            <p:ph type="pic" sz="quarter" idx="13"/>
          </p:nvPr>
        </p:nvPicPr>
        <p:blipFill>
          <a:blip r:embed="rId3"/>
          <a:srcRect l="54452" r="15988"/>
          <a:stretch>
            <a:fillRect/>
          </a:stretch>
        </p:blipFill>
        <p:spPr>
          <a:xfrm>
            <a:off x="598328" y="10"/>
            <a:ext cx="3256513" cy="6857990"/>
          </a:xfrm>
        </p:spPr>
      </p:pic>
      <p:sp>
        <p:nvSpPr>
          <p:cNvPr id="7" name="Content Placeholder 6">
            <a:extLst>
              <a:ext uri="{FF2B5EF4-FFF2-40B4-BE49-F238E27FC236}">
                <a16:creationId xmlns:a16="http://schemas.microsoft.com/office/drawing/2014/main" id="{973FAF07-F439-E580-79F4-02D2D71C1F2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475118"/>
            <a:ext cx="6950232" cy="4747878"/>
          </a:xfrm>
        </p:spPr>
        <p:txBody>
          <a:bodyPr>
            <a:normAutofit/>
          </a:bodyPr>
          <a:lstStyle/>
          <a:p>
            <a:r>
              <a:rPr lang="en-US" b="1" dirty="0"/>
              <a:t>How to create virtual threads?</a:t>
            </a:r>
          </a:p>
          <a:p>
            <a:r>
              <a:rPr lang="en-US" dirty="0"/>
              <a:t>All the APIs that work with current platform threads, will work with virtual threads </a:t>
            </a:r>
            <a:r>
              <a:rPr lang="en-US" b="1" dirty="0"/>
              <a:t>as is</a:t>
            </a:r>
            <a:r>
              <a:rPr lang="en-US" dirty="0"/>
              <a:t>. However, the APIs to create java virtual threads are slightly different. Below is a sample program that creates Java virtual thread:</a:t>
            </a:r>
          </a:p>
          <a:p>
            <a:pPr marL="228600" lvl="1" indent="0">
              <a:buNone/>
            </a:pPr>
            <a:r>
              <a:rPr lang="en-US" i="1" dirty="0"/>
              <a:t>Runnable task = () -&gt; { </a:t>
            </a:r>
          </a:p>
          <a:p>
            <a:pPr marL="228600" lvl="1" indent="0">
              <a:buNone/>
            </a:pPr>
            <a:r>
              <a:rPr lang="en-US" i="1" dirty="0" err="1"/>
              <a:t>System.out.println</a:t>
            </a:r>
            <a:r>
              <a:rPr lang="en-US" i="1" dirty="0"/>
              <a:t>("Hello Virtual Thread!"); </a:t>
            </a:r>
          </a:p>
          <a:p>
            <a:pPr marL="228600" lvl="1" indent="0">
              <a:buNone/>
            </a:pPr>
            <a:r>
              <a:rPr lang="en-US" i="1" dirty="0"/>
              <a:t>};</a:t>
            </a:r>
          </a:p>
          <a:p>
            <a:pPr marL="228600" lvl="1" indent="0">
              <a:buNone/>
            </a:pPr>
            <a:r>
              <a:rPr lang="en-US" i="1" dirty="0"/>
              <a:t> </a:t>
            </a:r>
            <a:r>
              <a:rPr lang="en-US" i="1" dirty="0" err="1"/>
              <a:t>Thread.startVirtualThread</a:t>
            </a:r>
            <a:r>
              <a:rPr lang="en-US" i="1" dirty="0"/>
              <a:t>(task);</a:t>
            </a:r>
          </a:p>
          <a:p>
            <a:r>
              <a:rPr lang="en-US" dirty="0"/>
              <a:t>You can also create java virtual threads using the following APIs:</a:t>
            </a:r>
          </a:p>
          <a:p>
            <a:pPr marL="228600" lvl="1" indent="0">
              <a:buNone/>
            </a:pPr>
            <a:r>
              <a:rPr lang="en-US" dirty="0"/>
              <a:t>1. </a:t>
            </a:r>
            <a:r>
              <a:rPr lang="en-US" dirty="0" err="1"/>
              <a:t>Thread.ofVirtual</a:t>
            </a:r>
            <a:r>
              <a:rPr lang="en-US" dirty="0"/>
              <a:t>().start(Runnable);</a:t>
            </a:r>
          </a:p>
          <a:p>
            <a:pPr marL="228600" lvl="1" indent="0">
              <a:buNone/>
            </a:pPr>
            <a:r>
              <a:rPr lang="en-US" dirty="0"/>
              <a:t>2. </a:t>
            </a:r>
            <a:r>
              <a:rPr lang="en-US" dirty="0" err="1"/>
              <a:t>Thread.ofVirtual</a:t>
            </a:r>
            <a:r>
              <a:rPr lang="en-US" dirty="0"/>
              <a:t>().</a:t>
            </a:r>
            <a:r>
              <a:rPr lang="en-US" dirty="0" err="1"/>
              <a:t>unstarted</a:t>
            </a:r>
            <a:r>
              <a:rPr lang="en-US" dirty="0"/>
              <a:t>(Runnable);</a:t>
            </a:r>
          </a:p>
          <a:p>
            <a:pPr marL="228600" lvl="1" indent="0">
              <a:buNone/>
            </a:pPr>
            <a:r>
              <a:rPr lang="en-US" dirty="0"/>
              <a:t>3. Executors.newVirtualThreadPerTaskExecutor();</a:t>
            </a:r>
          </a:p>
          <a:p>
            <a:pPr marL="228600" lvl="1" indent="0">
              <a:buNone/>
            </a:pPr>
            <a:r>
              <a:rPr lang="en-US" dirty="0"/>
              <a:t>4. </a:t>
            </a:r>
            <a:r>
              <a:rPr lang="en-US" dirty="0" err="1"/>
              <a:t>Executors.newThreadPerTaskExecutor</a:t>
            </a:r>
            <a:r>
              <a:rPr lang="en-US" dirty="0"/>
              <a:t>(</a:t>
            </a:r>
            <a:r>
              <a:rPr lang="en-US" dirty="0" err="1"/>
              <a:t>ThreadFactory</a:t>
            </a:r>
            <a:r>
              <a:rPr lang="en-US" dirty="0"/>
              <a:t>);</a:t>
            </a:r>
          </a:p>
          <a:p>
            <a:pPr marL="228600" lvl="2" indent="0">
              <a:lnSpc>
                <a:spcPct val="110000"/>
              </a:lnSpc>
              <a:buNone/>
            </a:pPr>
            <a:endParaRPr lang="en-US" dirty="0"/>
          </a:p>
          <a:p>
            <a:pPr marL="0" lvl="1" indent="0">
              <a:lnSpc>
                <a:spcPct val="110000"/>
              </a:lnSpc>
              <a:buFont typeface="Arial" panose="020B0604020202020204" pitchFamily="34" charset="0"/>
              <a:buNone/>
            </a:pPr>
            <a:endParaRPr lang="en-US" dirty="0"/>
          </a:p>
        </p:txBody>
      </p:sp>
    </p:spTree>
    <p:extLst>
      <p:ext uri="{BB962C8B-B14F-4D97-AF65-F5344CB8AC3E}">
        <p14:creationId xmlns:p14="http://schemas.microsoft.com/office/powerpoint/2010/main" val="103288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739A0F1D-9C1C-CD35-86B1-0136338BE850}"/>
              </a:ext>
            </a:extLst>
          </p:cNvPr>
          <p:cNvSpPr>
            <a:spLocks noGrp="1"/>
          </p:cNvSpPr>
          <p:nvPr>
            <p:ph type="title"/>
          </p:nvPr>
        </p:nvSpPr>
        <p:spPr>
          <a:xfrm>
            <a:off x="634030" y="634990"/>
            <a:ext cx="10923934" cy="1127756"/>
          </a:xfrm>
        </p:spPr>
        <p:txBody>
          <a:bodyPr>
            <a:normAutofit fontScale="90000"/>
          </a:bodyPr>
          <a:lstStyle/>
          <a:p>
            <a:r>
              <a:rPr lang="en-IN" sz="3100" dirty="0"/>
              <a:t>Platform threads architecture</a:t>
            </a:r>
            <a:br>
              <a:rPr lang="en-IN" sz="3100" dirty="0"/>
            </a:br>
            <a:r>
              <a:rPr lang="en-IN" sz="3100" dirty="0"/>
              <a:t>vs</a:t>
            </a:r>
            <a:br>
              <a:rPr lang="en-IN" sz="3100" dirty="0"/>
            </a:br>
            <a:r>
              <a:rPr lang="en-IN" sz="3100" dirty="0"/>
              <a:t>Virtual threads architecture</a:t>
            </a:r>
            <a:br>
              <a:rPr lang="en-IN" b="1" dirty="0"/>
            </a:br>
            <a:endParaRPr lang="en-US" dirty="0"/>
          </a:p>
        </p:txBody>
      </p:sp>
      <p:sp>
        <p:nvSpPr>
          <p:cNvPr id="3" name="Footer Placeholder 2">
            <a:extLst>
              <a:ext uri="{FF2B5EF4-FFF2-40B4-BE49-F238E27FC236}">
                <a16:creationId xmlns:a16="http://schemas.microsoft.com/office/drawing/2014/main" id="{628ABF73-D707-0405-4A26-4601F81D7423}"/>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dirty="0"/>
              <a:t>SAMPLE FOOTER TEXT</a:t>
            </a:r>
          </a:p>
        </p:txBody>
      </p:sp>
      <p:sp>
        <p:nvSpPr>
          <p:cNvPr id="4" name="Date Placeholder 3">
            <a:extLst>
              <a:ext uri="{FF2B5EF4-FFF2-40B4-BE49-F238E27FC236}">
                <a16:creationId xmlns:a16="http://schemas.microsoft.com/office/drawing/2014/main" id="{A45FF60F-D2B9-517F-5977-BC344E0CA92A}"/>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2A5EBC1-EEC5-7C42-832C-A9026EE0BC29}" type="datetime1">
              <a:rPr lang="en-US" smtClean="0"/>
              <a:pPr>
                <a:spcAft>
                  <a:spcPts val="600"/>
                </a:spcAft>
              </a:pPr>
              <a:t>4/30/2026</a:t>
            </a:fld>
            <a:endParaRPr lang="en-US"/>
          </a:p>
        </p:txBody>
      </p:sp>
      <p:sp>
        <p:nvSpPr>
          <p:cNvPr id="5" name="Slide Number Placeholder 4">
            <a:extLst>
              <a:ext uri="{FF2B5EF4-FFF2-40B4-BE49-F238E27FC236}">
                <a16:creationId xmlns:a16="http://schemas.microsoft.com/office/drawing/2014/main" id="{C00D771D-8C1F-DA3C-0458-E20D453C74A4}"/>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pic>
        <p:nvPicPr>
          <p:cNvPr id="10" name="Picture Placeholder 9">
            <a:extLst>
              <a:ext uri="{FF2B5EF4-FFF2-40B4-BE49-F238E27FC236}">
                <a16:creationId xmlns:a16="http://schemas.microsoft.com/office/drawing/2014/main" id="{85C8181F-5113-4744-D298-CDE81B62C04B}"/>
              </a:ext>
            </a:extLst>
          </p:cNvPr>
          <p:cNvPicPr>
            <a:picLocks noGrp="1" noChangeAspect="1"/>
          </p:cNvPicPr>
          <p:nvPr>
            <p:ph sz="quarter" idx="15"/>
          </p:nvPr>
        </p:nvPicPr>
        <p:blipFill>
          <a:blip r:embed="rId3"/>
          <a:srcRect l="1456" r="9448" b="-2"/>
          <a:stretch>
            <a:fillRect/>
          </a:stretch>
        </p:blipFill>
        <p:spPr bwMode="auto">
          <a:xfrm>
            <a:off x="634030" y="2129474"/>
            <a:ext cx="5267332" cy="409416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Placeholder 9">
            <a:extLst>
              <a:ext uri="{FF2B5EF4-FFF2-40B4-BE49-F238E27FC236}">
                <a16:creationId xmlns:a16="http://schemas.microsoft.com/office/drawing/2014/main" id="{8BD4D33A-3B7E-A0F3-1CD7-365AD471E3A9}"/>
              </a:ext>
            </a:extLst>
          </p:cNvPr>
          <p:cNvPicPr>
            <a:picLocks noChangeAspect="1"/>
          </p:cNvPicPr>
          <p:nvPr/>
        </p:nvPicPr>
        <p:blipFill>
          <a:blip r:embed="rId3"/>
          <a:srcRect l="1456" r="9448" b="-2"/>
          <a:stretch>
            <a:fillRect/>
          </a:stretch>
        </p:blipFill>
        <p:spPr bwMode="auto">
          <a:xfrm>
            <a:off x="6290632" y="2128839"/>
            <a:ext cx="5267332" cy="4094162"/>
          </a:xfrm>
          <a:prstGeom prst="rect">
            <a:avLst/>
          </a:prstGeom>
          <a:noFill/>
        </p:spPr>
      </p:pic>
      <p:pic>
        <p:nvPicPr>
          <p:cNvPr id="14" name="Picture 13">
            <a:extLst>
              <a:ext uri="{FF2B5EF4-FFF2-40B4-BE49-F238E27FC236}">
                <a16:creationId xmlns:a16="http://schemas.microsoft.com/office/drawing/2014/main" id="{87CFC6E0-287C-11B7-873E-229CB809B1BE}"/>
              </a:ext>
            </a:extLst>
          </p:cNvPr>
          <p:cNvPicPr>
            <a:picLocks noChangeAspect="1"/>
          </p:cNvPicPr>
          <p:nvPr/>
        </p:nvPicPr>
        <p:blipFill>
          <a:blip r:embed="rId4"/>
          <a:stretch>
            <a:fillRect/>
          </a:stretch>
        </p:blipFill>
        <p:spPr>
          <a:xfrm>
            <a:off x="5995358" y="2236565"/>
            <a:ext cx="5946058" cy="3986436"/>
          </a:xfrm>
          <a:prstGeom prst="rect">
            <a:avLst/>
          </a:prstGeom>
        </p:spPr>
      </p:pic>
    </p:spTree>
    <p:extLst>
      <p:ext uri="{BB962C8B-B14F-4D97-AF65-F5344CB8AC3E}">
        <p14:creationId xmlns:p14="http://schemas.microsoft.com/office/powerpoint/2010/main" val="2533016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Hand Drawing Goal Solution Concept on Blackboard Background">
            <a:extLst>
              <a:ext uri="{FF2B5EF4-FFF2-40B4-BE49-F238E27FC236}">
                <a16:creationId xmlns:a16="http://schemas.microsoft.com/office/drawing/2014/main" id="{2634B641-1605-49B7-8E3C-46AA3081645F}"/>
              </a:ext>
            </a:extLst>
          </p:cNvPr>
          <p:cNvPicPr>
            <a:picLocks noGrp="1" noChangeAspect="1"/>
          </p:cNvPicPr>
          <p:nvPr>
            <p:ph type="pic" sz="quarter" idx="13"/>
          </p:nvPr>
        </p:nvPicPr>
        <p:blipFill>
          <a:blip r:embed="rId3"/>
          <a:srcRect l="7241" r="21165" b="-1"/>
          <a:stretch>
            <a:fillRect/>
          </a:stretch>
        </p:blipFill>
        <p:spPr>
          <a:xfrm>
            <a:off x="609600" y="2173849"/>
            <a:ext cx="4675632" cy="4049141"/>
          </a:xfrm>
        </p:spPr>
      </p:pic>
      <p:sp>
        <p:nvSpPr>
          <p:cNvPr id="3" name="Footer Placeholder 2">
            <a:extLst>
              <a:ext uri="{FF2B5EF4-FFF2-40B4-BE49-F238E27FC236}">
                <a16:creationId xmlns:a16="http://schemas.microsoft.com/office/drawing/2014/main" id="{6517658B-4F92-AF9A-C87D-02858C806DB9}"/>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endParaRPr lang="en-US" dirty="0"/>
          </a:p>
        </p:txBody>
      </p:sp>
      <p:sp>
        <p:nvSpPr>
          <p:cNvPr id="4" name="Date Placeholder 3">
            <a:extLst>
              <a:ext uri="{FF2B5EF4-FFF2-40B4-BE49-F238E27FC236}">
                <a16:creationId xmlns:a16="http://schemas.microsoft.com/office/drawing/2014/main" id="{A745D3E0-241F-07DF-9981-B62A1374F6AD}"/>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4/29/2026</a:t>
            </a:fld>
            <a:endParaRPr lang="en-US"/>
          </a:p>
        </p:txBody>
      </p:sp>
      <p:sp>
        <p:nvSpPr>
          <p:cNvPr id="5" name="Slide Number Placeholder 4">
            <a:extLst>
              <a:ext uri="{FF2B5EF4-FFF2-40B4-BE49-F238E27FC236}">
                <a16:creationId xmlns:a16="http://schemas.microsoft.com/office/drawing/2014/main" id="{81A1564D-C317-CEF8-01F3-4C05F290E325}"/>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8</a:t>
            </a:fld>
            <a:endParaRPr lang="en-US"/>
          </a:p>
        </p:txBody>
      </p:sp>
      <p:sp>
        <p:nvSpPr>
          <p:cNvPr id="2" name="Title 1">
            <a:extLst>
              <a:ext uri="{FF2B5EF4-FFF2-40B4-BE49-F238E27FC236}">
                <a16:creationId xmlns:a16="http://schemas.microsoft.com/office/drawing/2014/main" id="{539D2ACE-AC5F-3053-3860-7A8078CB429F}"/>
              </a:ext>
            </a:extLst>
          </p:cNvPr>
          <p:cNvSpPr>
            <a:spLocks noGrp="1"/>
          </p:cNvSpPr>
          <p:nvPr>
            <p:ph type="title"/>
          </p:nvPr>
        </p:nvSpPr>
        <p:spPr>
          <a:xfrm>
            <a:off x="612647" y="634999"/>
            <a:ext cx="4672584" cy="1269482"/>
          </a:xfrm>
        </p:spPr>
        <p:txBody>
          <a:bodyPr anchor="t">
            <a:normAutofit/>
          </a:bodyPr>
          <a:lstStyle/>
          <a:p>
            <a:r>
              <a:rPr lang="en-US" sz="2500" dirty="0"/>
              <a:t>ForkJoinPool Mechanics and Their Role in Virtual Thread Scheduling</a:t>
            </a:r>
          </a:p>
        </p:txBody>
      </p:sp>
      <p:sp>
        <p:nvSpPr>
          <p:cNvPr id="7" name="Content Placeholder 6">
            <a:extLst>
              <a:ext uri="{FF2B5EF4-FFF2-40B4-BE49-F238E27FC236}">
                <a16:creationId xmlns:a16="http://schemas.microsoft.com/office/drawing/2014/main" id="{1FA52BC2-FB8C-EFFB-1344-71CF4CDECE7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dirty="0"/>
              <a:t>ForkJoinPool and Carrier Threads</a:t>
            </a:r>
          </a:p>
          <a:p>
            <a:pPr marL="0" lvl="1" indent="0">
              <a:buFont typeface="Arial" panose="020B0604020202020204" pitchFamily="34" charset="0"/>
              <a:buNone/>
            </a:pPr>
            <a:r>
              <a:rPr lang="en-US" dirty="0"/>
              <a:t>ForkJoinPool manages carrier threads that run virtual threads, optimizing task scheduling through work-stealing.</a:t>
            </a:r>
          </a:p>
          <a:p>
            <a:pPr marL="0" indent="0">
              <a:spcBef>
                <a:spcPts val="2500"/>
              </a:spcBef>
              <a:buFont typeface="Arial" panose="020B0604020202020204" pitchFamily="34" charset="0"/>
              <a:buNone/>
            </a:pPr>
            <a:r>
              <a:rPr lang="en-US" b="1" dirty="0"/>
              <a:t>Virtual Thread Mounting and Unmounting</a:t>
            </a:r>
          </a:p>
          <a:p>
            <a:pPr marL="0" lvl="1" indent="0">
              <a:buFont typeface="Arial" panose="020B0604020202020204" pitchFamily="34" charset="0"/>
              <a:buNone/>
            </a:pPr>
            <a:r>
              <a:rPr lang="en-US" dirty="0"/>
              <a:t>Virtual threads unmount from carrier threads during blocking I/O, allowing carriers to execute other tasks efficiently.</a:t>
            </a:r>
          </a:p>
          <a:p>
            <a:pPr marL="0" indent="0">
              <a:spcBef>
                <a:spcPts val="2500"/>
              </a:spcBef>
              <a:buFont typeface="Arial" panose="020B0604020202020204" pitchFamily="34" charset="0"/>
              <a:buNone/>
            </a:pPr>
            <a:r>
              <a:rPr lang="en-US" b="1" dirty="0"/>
              <a:t>Observability and Performance Tuning</a:t>
            </a:r>
          </a:p>
          <a:p>
            <a:pPr marL="0" lvl="1" indent="0">
              <a:buFont typeface="Arial" panose="020B0604020202020204" pitchFamily="34" charset="0"/>
              <a:buNone/>
            </a:pPr>
            <a:r>
              <a:rPr lang="en-US" dirty="0"/>
              <a:t>Monitoring carrier thread utilization, blocking rates, and task queues is essential for tuning ForkJoinPool performance.</a:t>
            </a:r>
          </a:p>
        </p:txBody>
      </p:sp>
    </p:spTree>
    <p:extLst>
      <p:ext uri="{BB962C8B-B14F-4D97-AF65-F5344CB8AC3E}">
        <p14:creationId xmlns:p14="http://schemas.microsoft.com/office/powerpoint/2010/main" val="17078431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EE26-B6A7-CC2C-5142-96F88DA82126}"/>
              </a:ext>
            </a:extLst>
          </p:cNvPr>
          <p:cNvSpPr>
            <a:spLocks noGrp="1"/>
          </p:cNvSpPr>
          <p:nvPr>
            <p:ph type="ctrTitle"/>
          </p:nvPr>
        </p:nvSpPr>
        <p:spPr>
          <a:xfrm>
            <a:off x="612648" y="1001713"/>
            <a:ext cx="7909560" cy="5477510"/>
          </a:xfrm>
        </p:spPr>
        <p:txBody>
          <a:bodyPr anchor="b">
            <a:normAutofit/>
          </a:bodyPr>
          <a:lstStyle/>
          <a:p>
            <a:r>
              <a:rPr lang="en-US" dirty="0"/>
              <a:t>Language Enhancements for Developer Productivity</a:t>
            </a:r>
          </a:p>
        </p:txBody>
      </p:sp>
      <p:sp>
        <p:nvSpPr>
          <p:cNvPr id="4" name="Footer Placeholder 3">
            <a:extLst>
              <a:ext uri="{FF2B5EF4-FFF2-40B4-BE49-F238E27FC236}">
                <a16:creationId xmlns:a16="http://schemas.microsoft.com/office/drawing/2014/main" id="{EF093436-7F25-40D1-564B-8C36F2D9B5DA}"/>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endParaRPr lang="en-US" dirty="0"/>
          </a:p>
        </p:txBody>
      </p:sp>
      <p:sp>
        <p:nvSpPr>
          <p:cNvPr id="5" name="Date Placeholder 4">
            <a:extLst>
              <a:ext uri="{FF2B5EF4-FFF2-40B4-BE49-F238E27FC236}">
                <a16:creationId xmlns:a16="http://schemas.microsoft.com/office/drawing/2014/main" id="{4A65C43E-BD09-B6BD-57C5-5A311CCEDD44}"/>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4/29/2026</a:t>
            </a:fld>
            <a:endParaRPr lang="en-US"/>
          </a:p>
        </p:txBody>
      </p:sp>
      <p:sp>
        <p:nvSpPr>
          <p:cNvPr id="6" name="Slide Number Placeholder 5">
            <a:extLst>
              <a:ext uri="{FF2B5EF4-FFF2-40B4-BE49-F238E27FC236}">
                <a16:creationId xmlns:a16="http://schemas.microsoft.com/office/drawing/2014/main" id="{DC207037-C95C-7A43-908D-AC239819BA1F}"/>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9</a:t>
            </a:fld>
            <a:endParaRPr lang="en-US"/>
          </a:p>
        </p:txBody>
      </p:sp>
    </p:spTree>
    <p:extLst>
      <p:ext uri="{BB962C8B-B14F-4D97-AF65-F5344CB8AC3E}">
        <p14:creationId xmlns:p14="http://schemas.microsoft.com/office/powerpoint/2010/main" val="16268524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F6964-535F-7EF9-510E-D89F1362B2A2}"/>
              </a:ext>
            </a:extLst>
          </p:cNvPr>
          <p:cNvSpPr>
            <a:spLocks noGrp="1"/>
          </p:cNvSpPr>
          <p:nvPr>
            <p:ph type="title"/>
          </p:nvPr>
        </p:nvSpPr>
        <p:spPr>
          <a:xfrm>
            <a:off x="2911680" y="1607389"/>
            <a:ext cx="6623436" cy="1070776"/>
          </a:xfrm>
        </p:spPr>
        <p:txBody>
          <a:bodyPr anchor="b">
            <a:normAutofit/>
          </a:bodyPr>
          <a:lstStyle/>
          <a:p>
            <a:r>
              <a:rPr lang="en-US" sz="2500" dirty="0"/>
              <a:t>Sequenced Collections: Consistent and Expressive Ordered APIs</a:t>
            </a:r>
          </a:p>
        </p:txBody>
      </p:sp>
      <p:sp>
        <p:nvSpPr>
          <p:cNvPr id="3" name="Footer Placeholder 2">
            <a:extLst>
              <a:ext uri="{FF2B5EF4-FFF2-40B4-BE49-F238E27FC236}">
                <a16:creationId xmlns:a16="http://schemas.microsoft.com/office/drawing/2014/main" id="{6790EB6B-CBD3-BB33-82C3-E0303388909C}"/>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endParaRPr lang="en-US" dirty="0"/>
          </a:p>
        </p:txBody>
      </p:sp>
      <p:sp>
        <p:nvSpPr>
          <p:cNvPr id="4" name="Date Placeholder 3">
            <a:extLst>
              <a:ext uri="{FF2B5EF4-FFF2-40B4-BE49-F238E27FC236}">
                <a16:creationId xmlns:a16="http://schemas.microsoft.com/office/drawing/2014/main" id="{4ADDEDE6-F6C6-81E3-BF12-00AD4B03FEAA}"/>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553ED406-9BBB-8243-8F57-F2904DFCFBBC}" type="datetime1">
              <a:rPr lang="en-US" smtClean="0"/>
              <a:pPr>
                <a:spcAft>
                  <a:spcPts val="600"/>
                </a:spcAft>
              </a:pPr>
              <a:t>4/29/2026</a:t>
            </a:fld>
            <a:endParaRPr lang="en-US"/>
          </a:p>
        </p:txBody>
      </p:sp>
      <p:sp>
        <p:nvSpPr>
          <p:cNvPr id="5" name="Slide Number Placeholder 4">
            <a:extLst>
              <a:ext uri="{FF2B5EF4-FFF2-40B4-BE49-F238E27FC236}">
                <a16:creationId xmlns:a16="http://schemas.microsoft.com/office/drawing/2014/main" id="{B5C1E474-5074-C7CF-A228-709AFC01A904}"/>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10</a:t>
            </a:fld>
            <a:endParaRPr lang="en-US"/>
          </a:p>
        </p:txBody>
      </p:sp>
      <p:graphicFrame>
        <p:nvGraphicFramePr>
          <p:cNvPr id="8" name="Content Placeholder 7">
            <a:extLst>
              <a:ext uri="{FF2B5EF4-FFF2-40B4-BE49-F238E27FC236}">
                <a16:creationId xmlns:a16="http://schemas.microsoft.com/office/drawing/2014/main" id="{F2D6B9E7-BB2E-416E-BE06-9E8F0959FD28}"/>
              </a:ext>
            </a:extLst>
          </p:cNvPr>
          <p:cNvGraphicFramePr>
            <a:graphicFrameLocks noGrp="1"/>
          </p:cNvGraphicFramePr>
          <p:nvPr>
            <p:ph sz="quarter" idx="13"/>
            <p:extLst>
              <p:ext uri="{D42A27DB-BD31-4B8C-83A1-F6EECF244321}">
                <p14:modId xmlns:p14="http://schemas.microsoft.com/office/powerpoint/2010/main" val="2645153580"/>
              </p:ext>
            </p:extLst>
          </p:nvPr>
        </p:nvGraphicFramePr>
        <p:xfrm>
          <a:off x="2130723" y="3127075"/>
          <a:ext cx="8497019" cy="2911415"/>
        </p:xfrm>
        <a:graphic>
          <a:graphicData uri="http://schemas.openxmlformats.org/drawingml/2006/table">
            <a:tbl>
              <a:tblPr firstRow="1" bandRow="1">
                <a:noFill/>
                <a:tableStyleId>{5C22544A-7EE6-4342-B048-85BDC9FD1C3A}</a:tableStyleId>
              </a:tblPr>
              <a:tblGrid>
                <a:gridCol w="2656719">
                  <a:extLst>
                    <a:ext uri="{9D8B030D-6E8A-4147-A177-3AD203B41FA5}">
                      <a16:colId xmlns:a16="http://schemas.microsoft.com/office/drawing/2014/main" val="404574861"/>
                    </a:ext>
                  </a:extLst>
                </a:gridCol>
                <a:gridCol w="2569425">
                  <a:extLst>
                    <a:ext uri="{9D8B030D-6E8A-4147-A177-3AD203B41FA5}">
                      <a16:colId xmlns:a16="http://schemas.microsoft.com/office/drawing/2014/main" val="237303539"/>
                    </a:ext>
                  </a:extLst>
                </a:gridCol>
                <a:gridCol w="3270875">
                  <a:extLst>
                    <a:ext uri="{9D8B030D-6E8A-4147-A177-3AD203B41FA5}">
                      <a16:colId xmlns:a16="http://schemas.microsoft.com/office/drawing/2014/main" val="2886652324"/>
                    </a:ext>
                  </a:extLst>
                </a:gridCol>
              </a:tblGrid>
              <a:tr h="863489">
                <a:tc>
                  <a:txBody>
                    <a:bodyPr/>
                    <a:lstStyle/>
                    <a:p>
                      <a:pPr algn="l">
                        <a:buNone/>
                      </a:pPr>
                      <a:r>
                        <a:rPr lang="en-IN" dirty="0">
                          <a:solidFill>
                            <a:schemeClr val="tx1"/>
                          </a:solidFill>
                          <a:effectLst/>
                        </a:rPr>
                        <a:t>Collection</a:t>
                      </a:r>
                      <a:br>
                        <a:rPr lang="en-IN" dirty="0">
                          <a:solidFill>
                            <a:srgbClr val="FFFFFF"/>
                          </a:solidFill>
                          <a:effectLst/>
                        </a:rPr>
                      </a:br>
                      <a:endParaRPr lang="en-IN" dirty="0">
                        <a:solidFill>
                          <a:srgbClr val="FFFFFF"/>
                        </a:solidFill>
                        <a:effectLst/>
                      </a:endParaRPr>
                    </a:p>
                  </a:txBody>
                  <a:tcPr marT="91440" marB="91440"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lgn="l">
                        <a:buNone/>
                      </a:pPr>
                      <a:r>
                        <a:rPr lang="en-IN" sz="1800" b="1" i="0" kern="1200" dirty="0">
                          <a:solidFill>
                            <a:schemeClr val="tx1"/>
                          </a:solidFill>
                          <a:effectLst/>
                          <a:latin typeface="+mn-lt"/>
                          <a:ea typeface="+mn-ea"/>
                          <a:cs typeface="+mn-cs"/>
                        </a:rPr>
                        <a:t>Accessing the first element</a:t>
                      </a:r>
                      <a:endParaRPr lang="en-IN" dirty="0">
                        <a:solidFill>
                          <a:schemeClr val="tx1"/>
                        </a:solidFill>
                        <a:effectLst/>
                      </a:endParaRPr>
                    </a:p>
                  </a:txBody>
                  <a:tcPr marT="91440" marB="91440"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lgn="l"/>
                      <a:r>
                        <a:rPr lang="en-IN" sz="1800" b="1" i="0" kern="1200" dirty="0">
                          <a:solidFill>
                            <a:schemeClr val="tx1"/>
                          </a:solidFill>
                          <a:effectLst/>
                          <a:latin typeface="+mn-lt"/>
                          <a:ea typeface="+mn-ea"/>
                          <a:cs typeface="+mn-cs"/>
                        </a:rPr>
                        <a:t>Accessing the last element</a:t>
                      </a:r>
                      <a:endParaRPr lang="en-IN" dirty="0">
                        <a:solidFill>
                          <a:schemeClr val="tx1"/>
                        </a:solidFill>
                      </a:endParaRPr>
                    </a:p>
                  </a:txBody>
                  <a:tcP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35431236"/>
                  </a:ext>
                </a:extLst>
              </a:tr>
              <a:tr h="752962">
                <a:tc>
                  <a:txBody>
                    <a:bodyPr/>
                    <a:lstStyle/>
                    <a:p>
                      <a:pPr algn="l">
                        <a:buNone/>
                      </a:pPr>
                      <a:r>
                        <a:rPr lang="en-IN" b="1" i="1" dirty="0">
                          <a:effectLst/>
                        </a:rPr>
                        <a:t>List</a:t>
                      </a:r>
                      <a:endParaRPr lang="en-IN" dirty="0">
                        <a:effectLst/>
                      </a:endParaRPr>
                    </a:p>
                  </a:txBody>
                  <a:tcPr marL="38100" marR="38100" marT="38100" marB="381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IN" i="1">
                          <a:effectLst/>
                        </a:rPr>
                        <a:t>list.get(0)</a:t>
                      </a:r>
                      <a:endParaRPr lang="en-IN">
                        <a:effectLst/>
                      </a:endParaRPr>
                    </a:p>
                  </a:txBody>
                  <a:tcPr marL="38100" marR="38100" marT="38100" marB="381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IN" i="1">
                          <a:effectLst/>
                        </a:rPr>
                        <a:t>list.get(list.size() – 1)</a:t>
                      </a:r>
                      <a:endParaRPr lang="en-IN">
                        <a:effectLst/>
                      </a:endParaRPr>
                    </a:p>
                  </a:txBody>
                  <a:tcPr marL="38100" marR="38100" marT="38100" marB="381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102403557"/>
                  </a:ext>
                </a:extLst>
              </a:tr>
              <a:tr h="752962">
                <a:tc>
                  <a:txBody>
                    <a:bodyPr/>
                    <a:lstStyle/>
                    <a:p>
                      <a:pPr algn="l">
                        <a:buNone/>
                      </a:pPr>
                      <a:r>
                        <a:rPr lang="en-IN" b="1" i="1">
                          <a:effectLst/>
                        </a:rPr>
                        <a:t>Deque</a:t>
                      </a:r>
                      <a:endParaRPr lang="en-IN">
                        <a:effectLst/>
                      </a:endParaRPr>
                    </a:p>
                  </a:txBody>
                  <a:tcPr marL="38100" marR="38100" marT="38100" marB="381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IN" i="1">
                          <a:effectLst/>
                        </a:rPr>
                        <a:t>deque.getFirst()</a:t>
                      </a:r>
                      <a:endParaRPr lang="en-IN">
                        <a:effectLst/>
                      </a:endParaRPr>
                    </a:p>
                  </a:txBody>
                  <a:tcPr marL="38100" marR="38100" marT="38100" marB="381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IN" i="1">
                          <a:effectLst/>
                        </a:rPr>
                        <a:t>deque.getLast()</a:t>
                      </a:r>
                      <a:endParaRPr lang="en-IN">
                        <a:effectLst/>
                      </a:endParaRPr>
                    </a:p>
                  </a:txBody>
                  <a:tcPr marL="38100" marR="38100" marT="38100" marB="381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063379253"/>
                  </a:ext>
                </a:extLst>
              </a:tr>
              <a:tr h="542002">
                <a:tc>
                  <a:txBody>
                    <a:bodyPr/>
                    <a:lstStyle/>
                    <a:p>
                      <a:pPr algn="l">
                        <a:buNone/>
                      </a:pPr>
                      <a:r>
                        <a:rPr lang="en-IN" b="1" i="1">
                          <a:effectLst/>
                        </a:rPr>
                        <a:t>SortedSet</a:t>
                      </a:r>
                      <a:endParaRPr lang="en-IN">
                        <a:effectLst/>
                      </a:endParaRPr>
                    </a:p>
                  </a:txBody>
                  <a:tcPr marL="38100" marR="38100" marT="38100" marB="3810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lgn="l">
                        <a:buNone/>
                      </a:pPr>
                      <a:r>
                        <a:rPr lang="en-IN" i="1">
                          <a:effectLst/>
                        </a:rPr>
                        <a:t>sortedSet.first()</a:t>
                      </a:r>
                      <a:endParaRPr lang="en-IN">
                        <a:effectLst/>
                      </a:endParaRPr>
                    </a:p>
                  </a:txBody>
                  <a:tcPr marL="38100" marR="38100" marT="38100" marB="3810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lgn="l">
                        <a:buNone/>
                      </a:pPr>
                      <a:r>
                        <a:rPr lang="en-IN" i="1" dirty="0" err="1">
                          <a:effectLst/>
                        </a:rPr>
                        <a:t>sortedSet.last</a:t>
                      </a:r>
                      <a:r>
                        <a:rPr lang="en-IN" i="1" dirty="0">
                          <a:effectLst/>
                        </a:rPr>
                        <a:t>()</a:t>
                      </a:r>
                      <a:endParaRPr lang="en-IN" dirty="0">
                        <a:effectLst/>
                      </a:endParaRPr>
                    </a:p>
                  </a:txBody>
                  <a:tcPr marL="38100" marR="38100" marT="38100" marB="3810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043862560"/>
                  </a:ext>
                </a:extLst>
              </a:tr>
            </a:tbl>
          </a:graphicData>
        </a:graphic>
      </p:graphicFrame>
    </p:spTree>
    <p:extLst>
      <p:ext uri="{BB962C8B-B14F-4D97-AF65-F5344CB8AC3E}">
        <p14:creationId xmlns:p14="http://schemas.microsoft.com/office/powerpoint/2010/main" val="254644018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250B8-0177-98A9-1315-15404EE924F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8183FEA-E785-119B-15F2-F8B4C444DB29}"/>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endParaRPr lang="en-US" dirty="0"/>
          </a:p>
        </p:txBody>
      </p:sp>
      <p:sp>
        <p:nvSpPr>
          <p:cNvPr id="4" name="Date Placeholder 3">
            <a:extLst>
              <a:ext uri="{FF2B5EF4-FFF2-40B4-BE49-F238E27FC236}">
                <a16:creationId xmlns:a16="http://schemas.microsoft.com/office/drawing/2014/main" id="{27A736D7-6C0F-D4C6-CB0A-691B02C8B61D}"/>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553ED406-9BBB-8243-8F57-F2904DFCFBBC}" type="datetime1">
              <a:rPr lang="en-US" smtClean="0"/>
              <a:pPr>
                <a:spcAft>
                  <a:spcPts val="600"/>
                </a:spcAft>
              </a:pPr>
              <a:t>4/30/2026</a:t>
            </a:fld>
            <a:endParaRPr lang="en-US"/>
          </a:p>
        </p:txBody>
      </p:sp>
      <p:sp>
        <p:nvSpPr>
          <p:cNvPr id="5" name="Slide Number Placeholder 4">
            <a:extLst>
              <a:ext uri="{FF2B5EF4-FFF2-40B4-BE49-F238E27FC236}">
                <a16:creationId xmlns:a16="http://schemas.microsoft.com/office/drawing/2014/main" id="{5024D647-46C0-0563-5072-CC0AAE189BDF}"/>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11</a:t>
            </a:fld>
            <a:endParaRPr lang="en-US"/>
          </a:p>
        </p:txBody>
      </p:sp>
      <p:sp>
        <p:nvSpPr>
          <p:cNvPr id="12" name="TextBox 11">
            <a:extLst>
              <a:ext uri="{FF2B5EF4-FFF2-40B4-BE49-F238E27FC236}">
                <a16:creationId xmlns:a16="http://schemas.microsoft.com/office/drawing/2014/main" id="{1FD24CA4-C9CC-16FD-D002-4E488A03C85A}"/>
              </a:ext>
            </a:extLst>
          </p:cNvPr>
          <p:cNvSpPr txBox="1"/>
          <p:nvPr/>
        </p:nvSpPr>
        <p:spPr>
          <a:xfrm>
            <a:off x="1518407" y="897622"/>
            <a:ext cx="9370503" cy="6186309"/>
          </a:xfrm>
          <a:prstGeom prst="rect">
            <a:avLst/>
          </a:prstGeom>
          <a:noFill/>
        </p:spPr>
        <p:txBody>
          <a:bodyPr wrap="square" rtlCol="0">
            <a:spAutoFit/>
          </a:bodyPr>
          <a:lstStyle/>
          <a:p>
            <a:r>
              <a:rPr lang="en-IN" sz="2000" b="1" dirty="0"/>
              <a:t>New interfaces </a:t>
            </a:r>
            <a:endParaRPr lang="en-IN" sz="2000" b="1" i="1" dirty="0"/>
          </a:p>
          <a:p>
            <a:endParaRPr lang="en-IN" b="1" i="1" dirty="0"/>
          </a:p>
          <a:p>
            <a:r>
              <a:rPr lang="en-IN" b="1" i="1" dirty="0"/>
              <a:t>SequencedCollection :</a:t>
            </a:r>
          </a:p>
          <a:p>
            <a:r>
              <a:rPr lang="en-US" b="1" dirty="0"/>
              <a:t>A sequenced collection is a </a:t>
            </a:r>
            <a:r>
              <a:rPr lang="en-US" b="1" i="1" dirty="0"/>
              <a:t>Collection</a:t>
            </a:r>
            <a:r>
              <a:rPr lang="en-US" b="1" dirty="0"/>
              <a:t> whose elements have a defined encounter order.</a:t>
            </a:r>
            <a:r>
              <a:rPr lang="en-US" dirty="0"/>
              <a:t> The new </a:t>
            </a:r>
            <a:r>
              <a:rPr lang="en-US" i="1" dirty="0"/>
              <a:t>SequencedCollection</a:t>
            </a:r>
            <a:r>
              <a:rPr lang="en-US" dirty="0"/>
              <a:t> interface provides methods to add, retrieve, or remove elements at both ends of the collection, along with a method to get a reverse-ordered view of the collection.</a:t>
            </a:r>
          </a:p>
          <a:p>
            <a:endParaRPr lang="en-US" b="1" dirty="0"/>
          </a:p>
          <a:p>
            <a:r>
              <a:rPr lang="en-US" b="1" i="1" dirty="0"/>
              <a:t>SequencedSet:</a:t>
            </a:r>
            <a:endParaRPr lang="en-US" b="1" dirty="0"/>
          </a:p>
          <a:p>
            <a:r>
              <a:rPr lang="en-US" b="1" dirty="0"/>
              <a:t>A sequenced set can be defined as a specialized </a:t>
            </a:r>
            <a:r>
              <a:rPr lang="en-US" b="1" i="1" dirty="0"/>
              <a:t>Set</a:t>
            </a:r>
            <a:r>
              <a:rPr lang="en-US" b="1" dirty="0"/>
              <a:t> which functions as a </a:t>
            </a:r>
            <a:r>
              <a:rPr lang="en-US" b="1" i="1" dirty="0"/>
              <a:t>SequencedCollection</a:t>
            </a:r>
            <a:r>
              <a:rPr lang="en-US" b="1" dirty="0"/>
              <a:t>, ensuring the absence of duplicate elements.</a:t>
            </a:r>
            <a:r>
              <a:rPr lang="en-US" dirty="0"/>
              <a:t> The </a:t>
            </a:r>
            <a:r>
              <a:rPr lang="en-US" i="1" dirty="0"/>
              <a:t>SequencedSet</a:t>
            </a:r>
            <a:r>
              <a:rPr lang="en-US" dirty="0"/>
              <a:t> interface extends</a:t>
            </a:r>
            <a:r>
              <a:rPr lang="en-US" i="1" dirty="0"/>
              <a:t> SequencedCollection</a:t>
            </a:r>
            <a:r>
              <a:rPr lang="en-US" dirty="0"/>
              <a:t> and overrides its </a:t>
            </a:r>
            <a:r>
              <a:rPr lang="en-US" i="1" dirty="0"/>
              <a:t>reversed()</a:t>
            </a:r>
            <a:r>
              <a:rPr lang="en-US" dirty="0"/>
              <a:t> method. The only difference is that the return type of</a:t>
            </a:r>
            <a:r>
              <a:rPr lang="en-US" i="1" dirty="0"/>
              <a:t> SequencedSet.reversed()</a:t>
            </a:r>
            <a:r>
              <a:rPr lang="en-US" dirty="0"/>
              <a:t> is </a:t>
            </a:r>
            <a:r>
              <a:rPr lang="en-US" i="1" dirty="0"/>
              <a:t>SequencedSet</a:t>
            </a:r>
            <a:r>
              <a:rPr lang="en-US" dirty="0"/>
              <a:t>.</a:t>
            </a:r>
          </a:p>
          <a:p>
            <a:endParaRPr lang="en-US" dirty="0"/>
          </a:p>
          <a:p>
            <a:r>
              <a:rPr lang="en-US" b="1" i="1" dirty="0"/>
              <a:t>SequencedMap:</a:t>
            </a:r>
            <a:endParaRPr lang="en-US" b="1" dirty="0"/>
          </a:p>
          <a:p>
            <a:r>
              <a:rPr lang="en-US" b="1" dirty="0"/>
              <a:t>A sequenced map is a </a:t>
            </a:r>
            <a:r>
              <a:rPr lang="en-US" b="1" i="1" dirty="0"/>
              <a:t>Map</a:t>
            </a:r>
            <a:r>
              <a:rPr lang="en-US" b="1" dirty="0"/>
              <a:t> whose entries have a defined encounter order.</a:t>
            </a:r>
            <a:r>
              <a:rPr lang="en-US" dirty="0"/>
              <a:t> The </a:t>
            </a:r>
            <a:r>
              <a:rPr lang="en-US" i="1" dirty="0"/>
              <a:t>SequencedMap</a:t>
            </a:r>
            <a:r>
              <a:rPr lang="en-US" dirty="0"/>
              <a:t> does not extend </a:t>
            </a:r>
            <a:r>
              <a:rPr lang="en-US" i="1" dirty="0"/>
              <a:t>SequencedCollection</a:t>
            </a:r>
            <a:r>
              <a:rPr lang="en-US" dirty="0"/>
              <a:t> and provides its own methods to manipulate elements at either end of the collection.</a:t>
            </a:r>
          </a:p>
          <a:p>
            <a:endParaRPr lang="en-US" dirty="0"/>
          </a:p>
          <a:p>
            <a:br>
              <a:rPr lang="en-US" dirty="0"/>
            </a:br>
            <a:r>
              <a:rPr lang="en-US" u="sng" dirty="0">
                <a:hlinkClick r:id="rId3"/>
              </a:rPr>
              <a:t>https://www.baeldung.com/java-21-sequenced-collections</a:t>
            </a:r>
            <a:endParaRPr lang="en-IN" b="1" u="sng" dirty="0"/>
          </a:p>
          <a:p>
            <a:endParaRPr lang="en-IN" dirty="0"/>
          </a:p>
        </p:txBody>
      </p:sp>
    </p:spTree>
    <p:extLst>
      <p:ext uri="{BB962C8B-B14F-4D97-AF65-F5344CB8AC3E}">
        <p14:creationId xmlns:p14="http://schemas.microsoft.com/office/powerpoint/2010/main" val="177254462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5A3E4-D8C0-6F1F-3CDA-37F3B58AADBB}"/>
              </a:ext>
            </a:extLst>
          </p:cNvPr>
          <p:cNvSpPr>
            <a:spLocks noGrp="1"/>
          </p:cNvSpPr>
          <p:nvPr>
            <p:ph type="title"/>
          </p:nvPr>
        </p:nvSpPr>
        <p:spPr>
          <a:xfrm>
            <a:off x="974786" y="322603"/>
            <a:ext cx="10256806" cy="1070776"/>
          </a:xfrm>
        </p:spPr>
        <p:txBody>
          <a:bodyPr/>
          <a:lstStyle/>
          <a:p>
            <a:r>
              <a:rPr lang="en-US" dirty="0"/>
              <a:t>The New Java Collection Hierarchy</a:t>
            </a:r>
            <a:br>
              <a:rPr lang="en-US" b="1" dirty="0"/>
            </a:br>
            <a:endParaRPr lang="en-IN" dirty="0"/>
          </a:p>
        </p:txBody>
      </p:sp>
      <p:sp>
        <p:nvSpPr>
          <p:cNvPr id="3" name="Footer Placeholder 2">
            <a:extLst>
              <a:ext uri="{FF2B5EF4-FFF2-40B4-BE49-F238E27FC236}">
                <a16:creationId xmlns:a16="http://schemas.microsoft.com/office/drawing/2014/main" id="{049D602B-8094-55A4-8A8E-8A96870C7826}"/>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6DD85B81-99BF-BDC5-8235-7500C9E87F76}"/>
              </a:ext>
            </a:extLst>
          </p:cNvPr>
          <p:cNvSpPr>
            <a:spLocks noGrp="1"/>
          </p:cNvSpPr>
          <p:nvPr>
            <p:ph type="dt" sz="half" idx="10"/>
          </p:nvPr>
        </p:nvSpPr>
        <p:spPr/>
        <p:txBody>
          <a:bodyPr/>
          <a:lstStyle/>
          <a:p>
            <a:fld id="{F3C33FAE-1362-BD4C-BD27-D14D765263BE}" type="datetime1">
              <a:rPr lang="en-US" smtClean="0"/>
              <a:t>4/30/2026</a:t>
            </a:fld>
            <a:endParaRPr lang="en-US"/>
          </a:p>
        </p:txBody>
      </p:sp>
      <p:sp>
        <p:nvSpPr>
          <p:cNvPr id="5" name="Slide Number Placeholder 4">
            <a:extLst>
              <a:ext uri="{FF2B5EF4-FFF2-40B4-BE49-F238E27FC236}">
                <a16:creationId xmlns:a16="http://schemas.microsoft.com/office/drawing/2014/main" id="{319477AB-E24C-95FC-3473-2F213AC27F73}"/>
              </a:ext>
            </a:extLst>
          </p:cNvPr>
          <p:cNvSpPr>
            <a:spLocks noGrp="1"/>
          </p:cNvSpPr>
          <p:nvPr>
            <p:ph type="sldNum" sz="quarter" idx="12"/>
          </p:nvPr>
        </p:nvSpPr>
        <p:spPr/>
        <p:txBody>
          <a:bodyPr/>
          <a:lstStyle/>
          <a:p>
            <a:fld id="{CC057153-B650-4DEB-B370-79DDCFDCE934}" type="slidenum">
              <a:rPr lang="en-US" smtClean="0"/>
              <a:t>12</a:t>
            </a:fld>
            <a:endParaRPr lang="en-US"/>
          </a:p>
        </p:txBody>
      </p:sp>
      <p:pic>
        <p:nvPicPr>
          <p:cNvPr id="3074" name="Picture 2" descr="New Collections Hierarchy">
            <a:extLst>
              <a:ext uri="{FF2B5EF4-FFF2-40B4-BE49-F238E27FC236}">
                <a16:creationId xmlns:a16="http://schemas.microsoft.com/office/drawing/2014/main" id="{BE568A1C-2495-3879-5DE0-13AEC9E15CAD}"/>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2494915" y="1698625"/>
            <a:ext cx="7189470" cy="399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7619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4K Resolution">
            <a:extLst>
              <a:ext uri="{FF2B5EF4-FFF2-40B4-BE49-F238E27FC236}">
                <a16:creationId xmlns:a16="http://schemas.microsoft.com/office/drawing/2014/main" id="{FA7DC6B1-EE70-4F78-9664-E330E3475C80}"/>
              </a:ext>
            </a:extLst>
          </p:cNvPr>
          <p:cNvPicPr>
            <a:picLocks noGrp="1" noChangeAspect="1"/>
          </p:cNvPicPr>
          <p:nvPr>
            <p:ph type="pic" sz="quarter" idx="13"/>
          </p:nvPr>
        </p:nvPicPr>
        <p:blipFill>
          <a:blip r:embed="rId3"/>
          <a:srcRect l="17361" r="17685" b="-1"/>
          <a:stretch>
            <a:fillRect/>
          </a:stretch>
        </p:blipFill>
        <p:spPr>
          <a:xfrm>
            <a:off x="609600" y="2173849"/>
            <a:ext cx="4675632" cy="4049141"/>
          </a:xfrm>
        </p:spPr>
      </p:pic>
      <p:sp>
        <p:nvSpPr>
          <p:cNvPr id="3" name="Footer Placeholder 2">
            <a:extLst>
              <a:ext uri="{FF2B5EF4-FFF2-40B4-BE49-F238E27FC236}">
                <a16:creationId xmlns:a16="http://schemas.microsoft.com/office/drawing/2014/main" id="{63FF7944-EAFF-BB7D-1BA0-AAF26615E2AD}"/>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endParaRPr lang="en-US" dirty="0"/>
          </a:p>
        </p:txBody>
      </p:sp>
      <p:sp>
        <p:nvSpPr>
          <p:cNvPr id="4" name="Date Placeholder 3">
            <a:extLst>
              <a:ext uri="{FF2B5EF4-FFF2-40B4-BE49-F238E27FC236}">
                <a16:creationId xmlns:a16="http://schemas.microsoft.com/office/drawing/2014/main" id="{5AA0F6DB-8217-F543-9AD6-DBA886314B9E}"/>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4/29/2026</a:t>
            </a:fld>
            <a:endParaRPr lang="en-US"/>
          </a:p>
        </p:txBody>
      </p:sp>
      <p:sp>
        <p:nvSpPr>
          <p:cNvPr id="5" name="Slide Number Placeholder 4">
            <a:extLst>
              <a:ext uri="{FF2B5EF4-FFF2-40B4-BE49-F238E27FC236}">
                <a16:creationId xmlns:a16="http://schemas.microsoft.com/office/drawing/2014/main" id="{35B66EDB-DFBB-35D9-DB90-DA287B7E3F0E}"/>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13</a:t>
            </a:fld>
            <a:endParaRPr lang="en-US"/>
          </a:p>
        </p:txBody>
      </p:sp>
      <p:sp>
        <p:nvSpPr>
          <p:cNvPr id="2" name="Title 1">
            <a:extLst>
              <a:ext uri="{FF2B5EF4-FFF2-40B4-BE49-F238E27FC236}">
                <a16:creationId xmlns:a16="http://schemas.microsoft.com/office/drawing/2014/main" id="{4DECCE05-7EC1-1ADE-3967-C6EA4187760F}"/>
              </a:ext>
            </a:extLst>
          </p:cNvPr>
          <p:cNvSpPr>
            <a:spLocks noGrp="1"/>
          </p:cNvSpPr>
          <p:nvPr>
            <p:ph type="title"/>
          </p:nvPr>
        </p:nvSpPr>
        <p:spPr>
          <a:xfrm>
            <a:off x="612647" y="634999"/>
            <a:ext cx="4672584" cy="1269482"/>
          </a:xfrm>
        </p:spPr>
        <p:txBody>
          <a:bodyPr anchor="t">
            <a:normAutofit/>
          </a:bodyPr>
          <a:lstStyle/>
          <a:p>
            <a:r>
              <a:rPr lang="en-US" sz="2000"/>
              <a:t>Pattern Matching for Switch and Record Patterns in Real Codebases</a:t>
            </a:r>
          </a:p>
        </p:txBody>
      </p:sp>
      <p:sp>
        <p:nvSpPr>
          <p:cNvPr id="7" name="Content Placeholder 6">
            <a:extLst>
              <a:ext uri="{FF2B5EF4-FFF2-40B4-BE49-F238E27FC236}">
                <a16:creationId xmlns:a16="http://schemas.microsoft.com/office/drawing/2014/main" id="{CFA52510-5552-C85F-271D-D64EE91FC6C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Pattern Matching for Switch</a:t>
            </a:r>
          </a:p>
          <a:p>
            <a:pPr marL="0" lvl="1" indent="0">
              <a:buFont typeface="Arial" panose="020B0604020202020204" pitchFamily="34" charset="0"/>
              <a:buNone/>
            </a:pPr>
            <a:r>
              <a:rPr lang="en-US"/>
              <a:t>Simplifies conditional logic by replacing verbose instanceof checks with concise, exhaustive switch expressions.</a:t>
            </a:r>
          </a:p>
          <a:p>
            <a:pPr marL="0" indent="0">
              <a:spcBef>
                <a:spcPts val="2500"/>
              </a:spcBef>
              <a:buFont typeface="Arial" panose="020B0604020202020204" pitchFamily="34" charset="0"/>
              <a:buNone/>
            </a:pPr>
            <a:r>
              <a:rPr lang="en-US" b="1"/>
              <a:t>Record Patterns Decomposition</a:t>
            </a:r>
          </a:p>
          <a:p>
            <a:pPr marL="0" lvl="1" indent="0">
              <a:buFont typeface="Arial" panose="020B0604020202020204" pitchFamily="34" charset="0"/>
              <a:buNone/>
            </a:pPr>
            <a:r>
              <a:rPr lang="en-US"/>
              <a:t>Allows direct decomposition of record components to express data shape and content in one construct.</a:t>
            </a:r>
          </a:p>
          <a:p>
            <a:pPr marL="0" indent="0">
              <a:spcBef>
                <a:spcPts val="2500"/>
              </a:spcBef>
              <a:buFont typeface="Arial" panose="020B0604020202020204" pitchFamily="34" charset="0"/>
              <a:buNone/>
            </a:pPr>
            <a:r>
              <a:rPr lang="en-US" b="1"/>
              <a:t>Improved Code Readability</a:t>
            </a:r>
          </a:p>
          <a:p>
            <a:pPr marL="0" lvl="1" indent="0">
              <a:buFont typeface="Arial" panose="020B0604020202020204" pitchFamily="34" charset="0"/>
              <a:buNone/>
            </a:pPr>
            <a:r>
              <a:rPr lang="en-US"/>
              <a:t>Enhancements reduce boilerplate and improve clarity, making business logic easier to follow and maintain.</a:t>
            </a:r>
          </a:p>
          <a:p>
            <a:pPr marL="0" indent="0">
              <a:spcBef>
                <a:spcPts val="2500"/>
              </a:spcBef>
              <a:buFont typeface="Arial" panose="020B0604020202020204" pitchFamily="34" charset="0"/>
              <a:buNone/>
            </a:pPr>
            <a:r>
              <a:rPr lang="en-US" b="1"/>
              <a:t>Java 21 Finalized Features</a:t>
            </a:r>
          </a:p>
          <a:p>
            <a:pPr marL="0" lvl="1" indent="0">
              <a:buFont typeface="Arial" panose="020B0604020202020204" pitchFamily="34" charset="0"/>
              <a:buNone/>
            </a:pPr>
            <a:r>
              <a:rPr lang="en-US"/>
              <a:t>Features fully finalized in Java 21 with no preview risk, promoting safer and expressive coding styles.</a:t>
            </a:r>
          </a:p>
        </p:txBody>
      </p:sp>
    </p:spTree>
    <p:extLst>
      <p:ext uri="{BB962C8B-B14F-4D97-AF65-F5344CB8AC3E}">
        <p14:creationId xmlns:p14="http://schemas.microsoft.com/office/powerpoint/2010/main" val="21446962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2087F-F34F-3409-CF23-2E356DD75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C5FDD-9C53-EB45-9736-7C9C593ABEB4}"/>
              </a:ext>
            </a:extLst>
          </p:cNvPr>
          <p:cNvSpPr>
            <a:spLocks noGrp="1"/>
          </p:cNvSpPr>
          <p:nvPr>
            <p:ph type="ctrTitle"/>
          </p:nvPr>
        </p:nvSpPr>
        <p:spPr>
          <a:xfrm>
            <a:off x="3441940" y="1001713"/>
            <a:ext cx="5080268" cy="5477510"/>
          </a:xfrm>
        </p:spPr>
        <p:txBody>
          <a:bodyPr anchor="b">
            <a:normAutofit/>
          </a:bodyPr>
          <a:lstStyle/>
          <a:p>
            <a:r>
              <a:rPr lang="en-US" dirty="0"/>
              <a:t>Thank you</a:t>
            </a:r>
            <a:br>
              <a:rPr lang="en-US" dirty="0"/>
            </a:br>
            <a:br>
              <a:rPr lang="en-US" dirty="0"/>
            </a:br>
            <a:br>
              <a:rPr lang="en-US" dirty="0"/>
            </a:br>
            <a:endParaRPr lang="en-US" dirty="0"/>
          </a:p>
        </p:txBody>
      </p:sp>
      <p:sp>
        <p:nvSpPr>
          <p:cNvPr id="4" name="Footer Placeholder 3">
            <a:extLst>
              <a:ext uri="{FF2B5EF4-FFF2-40B4-BE49-F238E27FC236}">
                <a16:creationId xmlns:a16="http://schemas.microsoft.com/office/drawing/2014/main" id="{416C52E8-08E0-4D3E-6710-0327ABA0FE90}"/>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endParaRPr lang="en-US" dirty="0"/>
          </a:p>
        </p:txBody>
      </p:sp>
      <p:sp>
        <p:nvSpPr>
          <p:cNvPr id="5" name="Date Placeholder 4">
            <a:extLst>
              <a:ext uri="{FF2B5EF4-FFF2-40B4-BE49-F238E27FC236}">
                <a16:creationId xmlns:a16="http://schemas.microsoft.com/office/drawing/2014/main" id="{AC5CAF09-A43E-663F-91C4-2D0A104D3ABA}"/>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4/30/2026</a:t>
            </a:fld>
            <a:endParaRPr lang="en-US"/>
          </a:p>
        </p:txBody>
      </p:sp>
      <p:sp>
        <p:nvSpPr>
          <p:cNvPr id="6" name="Slide Number Placeholder 5">
            <a:extLst>
              <a:ext uri="{FF2B5EF4-FFF2-40B4-BE49-F238E27FC236}">
                <a16:creationId xmlns:a16="http://schemas.microsoft.com/office/drawing/2014/main" id="{772D6A33-26D8-0363-D689-C2A59973AF71}"/>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14</a:t>
            </a:fld>
            <a:endParaRPr lang="en-US"/>
          </a:p>
        </p:txBody>
      </p:sp>
    </p:spTree>
    <p:extLst>
      <p:ext uri="{BB962C8B-B14F-4D97-AF65-F5344CB8AC3E}">
        <p14:creationId xmlns:p14="http://schemas.microsoft.com/office/powerpoint/2010/main" val="845818542"/>
      </p:ext>
    </p:extLst>
  </p:cSld>
  <p:clrMapOvr>
    <a:masterClrMapping/>
  </p:clrMapOvr>
  <p:transition>
    <p:fade/>
  </p:transition>
</p:sld>
</file>

<file path=ppt/theme/theme1.xml><?xml version="1.0" encoding="utf-8"?>
<a:theme xmlns:a="http://schemas.openxmlformats.org/drawingml/2006/main" name="Japandi linear">
  <a:themeElements>
    <a:clrScheme name="Japandi linear 2">
      <a:dk1>
        <a:srgbClr val="000000"/>
      </a:dk1>
      <a:lt1>
        <a:srgbClr val="FFFFFF"/>
      </a:lt1>
      <a:dk2>
        <a:srgbClr val="2C3832"/>
      </a:dk2>
      <a:lt2>
        <a:srgbClr val="F2EDE3"/>
      </a:lt2>
      <a:accent1>
        <a:srgbClr val="B79C8F"/>
      </a:accent1>
      <a:accent2>
        <a:srgbClr val="8A835B"/>
      </a:accent2>
      <a:accent3>
        <a:srgbClr val="A3A588"/>
      </a:accent3>
      <a:accent4>
        <a:srgbClr val="A39382"/>
      </a:accent4>
      <a:accent5>
        <a:srgbClr val="87A3BF"/>
      </a:accent5>
      <a:accent6>
        <a:srgbClr val="6464A0"/>
      </a:accent6>
      <a:hlink>
        <a:srgbClr val="BF6E45"/>
      </a:hlink>
      <a:folHlink>
        <a:srgbClr val="B3932A"/>
      </a:folHlink>
    </a:clrScheme>
    <a:fontScheme name="Custom 24">
      <a:majorFont>
        <a:latin typeface="Nunito Sans"/>
        <a:ea typeface=""/>
        <a:cs typeface=""/>
      </a:majorFont>
      <a:minorFont>
        <a:latin typeface="Nuni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pandi linear_Copilot Layouts_win32_SD_V13" id="{1A98D2ED-8D8F-4042-89AC-2EE345497259}" vid="{2E77DE8A-CCF8-42DD-89D0-20AB94D79F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711</TotalTime>
  <Words>3030</Words>
  <Application>Microsoft Office PowerPoint</Application>
  <PresentationFormat>Widescreen</PresentationFormat>
  <Paragraphs>135</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Nunito Sans</vt:lpstr>
      <vt:lpstr>Univers Light</vt:lpstr>
      <vt:lpstr>Japandi linear</vt:lpstr>
      <vt:lpstr>Java 21 LTS Features</vt:lpstr>
      <vt:lpstr>Java 21 LTS Context and Upgrade Motivation</vt:lpstr>
      <vt:lpstr>Why Java 21 LTS Matters for Modern Engineering Teams</vt:lpstr>
      <vt:lpstr>Modern Concurrency with Virtual Threads</vt:lpstr>
      <vt:lpstr>Virtual Threads:</vt:lpstr>
      <vt:lpstr>Virtual Threads:</vt:lpstr>
      <vt:lpstr>Platform threads architecture vs Virtual threads architecture </vt:lpstr>
      <vt:lpstr>ForkJoinPool Mechanics and Their Role in Virtual Thread Scheduling</vt:lpstr>
      <vt:lpstr>Language Enhancements for Developer Productivity</vt:lpstr>
      <vt:lpstr>Sequenced Collections: Consistent and Expressive Ordered APIs</vt:lpstr>
      <vt:lpstr>PowerPoint Presentation</vt:lpstr>
      <vt:lpstr>The New Java Collection Hierarchy </vt:lpstr>
      <vt:lpstr>Pattern Matching for Switch and Record Patterns in Real Codebases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saloni_singh1@epam.com</dc:creator>
  <cp:lastModifiedBy>Saloni Singh1</cp:lastModifiedBy>
  <cp:revision>23</cp:revision>
  <dcterms:modified xsi:type="dcterms:W3CDTF">2026-04-30T05:29:52Z</dcterms:modified>
</cp:coreProperties>
</file>