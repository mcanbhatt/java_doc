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72" r:id="rId18"/>
    <p:sldId id="274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Sunkara" userId="e2fd7a0e-28ea-426a-a50c-bf540b4a1288" providerId="ADAL" clId="{84A278E3-0061-4E50-87F9-879163EC2D62}"/>
    <pc:docChg chg="undo custSel delSld modSld">
      <pc:chgData name="Ramya Sunkara" userId="e2fd7a0e-28ea-426a-a50c-bf540b4a1288" providerId="ADAL" clId="{84A278E3-0061-4E50-87F9-879163EC2D62}" dt="2026-03-28T15:15:44.762" v="12" actId="47"/>
      <pc:docMkLst>
        <pc:docMk/>
      </pc:docMkLst>
      <pc:sldChg chg="modSp mod">
        <pc:chgData name="Ramya Sunkara" userId="e2fd7a0e-28ea-426a-a50c-bf540b4a1288" providerId="ADAL" clId="{84A278E3-0061-4E50-87F9-879163EC2D62}" dt="2026-03-28T14:49:11.230" v="1" actId="1036"/>
        <pc:sldMkLst>
          <pc:docMk/>
          <pc:sldMk cId="3560721289" sldId="256"/>
        </pc:sldMkLst>
        <pc:picChg chg="mod">
          <ac:chgData name="Ramya Sunkara" userId="e2fd7a0e-28ea-426a-a50c-bf540b4a1288" providerId="ADAL" clId="{84A278E3-0061-4E50-87F9-879163EC2D62}" dt="2026-03-28T14:49:11.230" v="1" actId="1036"/>
          <ac:picMkLst>
            <pc:docMk/>
            <pc:sldMk cId="3560721289" sldId="256"/>
            <ac:picMk id="5" creationId="{E4366D7B-CDEF-390B-8C58-F2E2D0FE8BC9}"/>
          </ac:picMkLst>
        </pc:picChg>
      </pc:sldChg>
      <pc:sldChg chg="del">
        <pc:chgData name="Ramya Sunkara" userId="e2fd7a0e-28ea-426a-a50c-bf540b4a1288" providerId="ADAL" clId="{84A278E3-0061-4E50-87F9-879163EC2D62}" dt="2026-03-28T14:55:39.696" v="2" actId="47"/>
        <pc:sldMkLst>
          <pc:docMk/>
          <pc:sldMk cId="602305011" sldId="261"/>
        </pc:sldMkLst>
      </pc:sldChg>
      <pc:sldChg chg="addSp delSp mod">
        <pc:chgData name="Ramya Sunkara" userId="e2fd7a0e-28ea-426a-a50c-bf540b4a1288" providerId="ADAL" clId="{84A278E3-0061-4E50-87F9-879163EC2D62}" dt="2026-03-28T15:03:33.134" v="6" actId="22"/>
        <pc:sldMkLst>
          <pc:docMk/>
          <pc:sldMk cId="3834074940" sldId="265"/>
        </pc:sldMkLst>
        <pc:picChg chg="del">
          <ac:chgData name="Ramya Sunkara" userId="e2fd7a0e-28ea-426a-a50c-bf540b4a1288" providerId="ADAL" clId="{84A278E3-0061-4E50-87F9-879163EC2D62}" dt="2026-03-28T15:03:31.528" v="5" actId="478"/>
          <ac:picMkLst>
            <pc:docMk/>
            <pc:sldMk cId="3834074940" sldId="265"/>
            <ac:picMk id="5" creationId="{018A3B83-C359-64C3-575C-A1CE3A5AE97E}"/>
          </ac:picMkLst>
        </pc:picChg>
        <pc:picChg chg="add del">
          <ac:chgData name="Ramya Sunkara" userId="e2fd7a0e-28ea-426a-a50c-bf540b4a1288" providerId="ADAL" clId="{84A278E3-0061-4E50-87F9-879163EC2D62}" dt="2026-03-28T15:03:29.274" v="4" actId="22"/>
          <ac:picMkLst>
            <pc:docMk/>
            <pc:sldMk cId="3834074940" sldId="265"/>
            <ac:picMk id="7" creationId="{3BCDA73D-76EE-C5B4-51D8-695BD2FB5F2E}"/>
          </ac:picMkLst>
        </pc:picChg>
        <pc:picChg chg="add">
          <ac:chgData name="Ramya Sunkara" userId="e2fd7a0e-28ea-426a-a50c-bf540b4a1288" providerId="ADAL" clId="{84A278E3-0061-4E50-87F9-879163EC2D62}" dt="2026-03-28T15:03:33.134" v="6" actId="22"/>
          <ac:picMkLst>
            <pc:docMk/>
            <pc:sldMk cId="3834074940" sldId="265"/>
            <ac:picMk id="9" creationId="{BF4E1C25-4A5F-3BFC-3837-54498CE68662}"/>
          </ac:picMkLst>
        </pc:picChg>
      </pc:sldChg>
      <pc:sldChg chg="addSp delSp mod">
        <pc:chgData name="Ramya Sunkara" userId="e2fd7a0e-28ea-426a-a50c-bf540b4a1288" providerId="ADAL" clId="{84A278E3-0061-4E50-87F9-879163EC2D62}" dt="2026-03-28T15:13:15.640" v="10" actId="22"/>
        <pc:sldMkLst>
          <pc:docMk/>
          <pc:sldMk cId="4135136539" sldId="270"/>
        </pc:sldMkLst>
        <pc:picChg chg="del">
          <ac:chgData name="Ramya Sunkara" userId="e2fd7a0e-28ea-426a-a50c-bf540b4a1288" providerId="ADAL" clId="{84A278E3-0061-4E50-87F9-879163EC2D62}" dt="2026-03-28T15:12:46.113" v="7" actId="478"/>
          <ac:picMkLst>
            <pc:docMk/>
            <pc:sldMk cId="4135136539" sldId="270"/>
            <ac:picMk id="5" creationId="{8D5454DE-04DC-F01D-B287-C6E88DF26FC7}"/>
          </ac:picMkLst>
        </pc:picChg>
        <pc:picChg chg="add del">
          <ac:chgData name="Ramya Sunkara" userId="e2fd7a0e-28ea-426a-a50c-bf540b4a1288" providerId="ADAL" clId="{84A278E3-0061-4E50-87F9-879163EC2D62}" dt="2026-03-28T15:13:14.542" v="9" actId="478"/>
          <ac:picMkLst>
            <pc:docMk/>
            <pc:sldMk cId="4135136539" sldId="270"/>
            <ac:picMk id="7" creationId="{5CF300F0-CC91-346D-6FDB-561D48F273F1}"/>
          </ac:picMkLst>
        </pc:picChg>
        <pc:picChg chg="add">
          <ac:chgData name="Ramya Sunkara" userId="e2fd7a0e-28ea-426a-a50c-bf540b4a1288" providerId="ADAL" clId="{84A278E3-0061-4E50-87F9-879163EC2D62}" dt="2026-03-28T15:13:15.640" v="10" actId="22"/>
          <ac:picMkLst>
            <pc:docMk/>
            <pc:sldMk cId="4135136539" sldId="270"/>
            <ac:picMk id="9" creationId="{C6A4F5C7-ADDF-7EA5-22EA-6D626069DBF0}"/>
          </ac:picMkLst>
        </pc:picChg>
      </pc:sldChg>
      <pc:sldChg chg="del">
        <pc:chgData name="Ramya Sunkara" userId="e2fd7a0e-28ea-426a-a50c-bf540b4a1288" providerId="ADAL" clId="{84A278E3-0061-4E50-87F9-879163EC2D62}" dt="2026-03-28T15:15:38.432" v="11" actId="47"/>
        <pc:sldMkLst>
          <pc:docMk/>
          <pc:sldMk cId="3177764316" sldId="275"/>
        </pc:sldMkLst>
      </pc:sldChg>
      <pc:sldChg chg="del">
        <pc:chgData name="Ramya Sunkara" userId="e2fd7a0e-28ea-426a-a50c-bf540b4a1288" providerId="ADAL" clId="{84A278E3-0061-4E50-87F9-879163EC2D62}" dt="2026-03-28T15:15:44.762" v="12" actId="47"/>
        <pc:sldMkLst>
          <pc:docMk/>
          <pc:sldMk cId="2414234464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9F43-B0AE-033F-3DE4-D67D7FEA3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9EA8F-FB1C-265B-2D2D-0C45B90B1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9C808-24D1-BF6B-5D0D-E0573F1F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CAFE0-09F8-4C39-188D-078B9D49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60D3-F333-C519-576E-DAEC5787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1A38-D1E6-68C6-FF13-5ADFC7AA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A3176-17F6-793A-DD70-C1ECD69E7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32EA9-ECED-D953-8B44-C32D3062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6650E-509B-D10F-8039-F9A96F7A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1AFEE-EBD1-FC3B-55F5-EF89D9B0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0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E2B1-DC9B-6AB6-FF3D-AE9503D1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80211-EB37-3E9B-7489-75EF72EA0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667A7-2309-1752-40CC-6A289826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3E031-675E-CF5B-1C45-7093A2BE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A003-46A8-5532-BD3C-E43DB368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6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CC20-FBE0-02CC-F0F6-4CB878F4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A9DB-8F9F-9EFA-2A1E-ECCB91DEB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CD06E-E370-92CF-1F49-0606E9055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AB71C-0C45-2C8C-CC60-E8BD3D67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CF73B-FBF5-4749-139B-9377776E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C5C5E-7354-3495-579E-E35558F4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66C8-7CCB-7938-C8FF-A18644B1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3494E-50AD-FA85-F744-EA2EBF94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8AF95-66B2-9AD2-0B8E-BD2CC277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0F1E9-83A7-EC6C-DE71-53DD5E883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E40CB-AAF5-E209-27DB-7616E21E0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EF5E7-371E-F919-C29F-C6679282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0962D-4A21-FC04-01DB-35A39EC9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1BCF7-67C4-7703-A448-1814B66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50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F34D-1812-FDCB-72C9-4A511D96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E8D78-F9EA-35D8-1696-6EEFF19A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F4DB4-7C7B-D05A-B772-A789672A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9918F-FA84-4D01-0FED-E8A700E2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59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F675C-834A-4081-513C-2F6E2330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B8C06-924A-4C2F-869A-88F188C2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EF9CD-4082-1145-C3CB-4EFCD80A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81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A500-BBCA-C106-421F-65939F69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03BCA-6C3A-99FB-6A58-943AC14F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CFA1D-A152-1066-C209-E4AFD876F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D2F5B-2CB0-DE45-B2BF-2F6B767D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4EC0C-A379-E20D-791B-919CBDEB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27D94-6128-A616-10BF-0D98D3A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2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6AE7-0300-9BE6-C2D3-CC4997C76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908BB-3695-E2D3-93C1-14221F0D8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97A6D-2022-3DEE-D64A-C0F032FDE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EAF37-177D-C767-3B86-CFCACC39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B81EA-E0A1-56BA-44E1-2B1950A0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89D96-69C5-48BE-1C19-2BE5CB24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5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7CBB-E31A-32E6-B75B-814BB86E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0440E-EC5A-AAB4-D790-5C3BAFBCE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ADB60-13A7-9F17-4BA6-DE702F61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D81C2-5A6F-32F8-5CC6-FEC7F0F2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C05DF-CD73-0BE2-F0F7-C92463FE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78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8CA7B-992B-FBD2-05A0-749B22DFC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001AD-AA59-1EB2-09D3-3D1DF05DF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A4B9-7001-3741-C118-2BB1B50D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3B0F4-3AC5-B304-090B-74C395BC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434FF-B7FE-1625-3891-81BFA487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40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5ECDB-B6F1-8632-D4AF-B801D7E2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5C12D-241C-B08E-22F5-9978929E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33C98-3332-DF7F-57BA-4F5819F39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56248-0164-4ECD-8B89-BC3B63960C4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C880B-C4FE-9316-55F0-45EB545FA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A825A-489E-DD9D-A51F-29BA94E6C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C3C39-561A-41CC-819E-6207064C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3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F4C2-0243-C74A-02E0-F3B4E681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8F48-C8C1-27A8-8B11-6B8A82B6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97483-A6AA-1653-1016-9FFB7172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4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DCE1-D01F-33C0-E30F-60AF67EE1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B11B7-8079-1137-E3E0-354E54D42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66D7B-CDEF-390B-8C58-F2E2D0FE8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91DF-62BD-5FD8-AEA8-9B889C43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E57C-2B1F-02FF-6128-4E9A01732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9C4D4-C1A6-5071-53A7-4FBDE00F8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6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9F48-E5D9-05D7-8BC1-CA8A3F39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B57C-74AC-8142-9A67-ECF4F2244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9940E-1D95-0ED4-6401-46254044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6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BBE5-A045-7903-F3E8-4D3306E2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9D48F-9955-6FD5-1E26-A895F43FA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64DC7-C2EC-6A71-817E-BF890838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9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6C05-6B26-B83A-E31A-85E4287A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47EAD-AF67-71AC-BA89-4853E78F1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58DBD-6BF4-57DB-16B0-D0D32676A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3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A904-CCE0-A12F-9D1D-A82B6A2C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16D64-B1B5-885D-F746-B7511A52F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C51D0-48E7-454E-B0BC-60E3FCEC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46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5D5C-42A3-31D5-5F54-7CEFF8BB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E232-059A-06E2-B86D-9ED2699FC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1DDBF-2741-3BF4-E36B-1B1B1A36B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8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983E-0AB8-2EB8-7E5F-45367F39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CA49-31CC-0E17-3340-4C3662C9C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4E1C25-4A5F-3BFC-3837-54498CE6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7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5D1C-23C3-AFC1-E741-723BB9C2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040B-76DA-A7E7-78FC-711067391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80A5A-2FF1-7864-CFBF-0B3B12E5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6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8CD0-A397-D967-B5C9-4D2B13D5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955B-CF50-3BB4-2D91-0E84800E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08A77-8672-05BB-BC09-89712D3B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4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049B-A2C8-FD81-17B8-313A95DA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7714D-E3E2-7E22-AAAA-99974811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E656B-34AA-2CE5-2ED5-A072786EC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7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54C5-0D78-0825-86CE-EB0257D5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11A6F-2825-9458-D94C-9FD9D19D8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901D4-8FEF-18A0-8E2A-5D84A9C3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65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EE9E-6764-0414-8072-63BC094E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AECB3-3966-F041-49F3-8A48B06D3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2B407-08C7-B530-8FFB-CB1AC75F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87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DB5D-C0DF-92C9-BE72-7F241909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8703-7683-15E2-CF24-FE2F6440C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4F5C7-ADDF-7EA5-22EA-6D626069D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36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3375-7301-D25F-615A-CCFE3EB7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7EC4B-B2C7-5C65-A7F0-4A49E7929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63617-7CBB-E766-4701-AD6A9E22F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76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E7B8-0CD3-5F4A-7C60-9C118628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81B7-93E9-1B9E-C2BB-097587BCF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33DC2-8A5D-71FA-8CB8-F6A742720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79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825-5FB2-402D-FDFA-65F860F4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5F56A-5BC7-7A2D-B4DC-4763B242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C7E9D-DC58-4955-79D3-BCA7ECA34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61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1018-C936-2E28-0E2F-B8C4B891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456E-65F4-6627-D7CC-899F2ED79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56BDE-81DF-1D60-5515-9CCE2234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0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9E43-98D0-0A25-9F44-26FDA251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1674-3577-E011-C76D-EC9F4B32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6F8C02-2894-57EE-E297-976F5EDF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1320C-C75C-D5BF-1C11-7B2B0FA0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0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 Sunkara</dc:creator>
  <cp:lastModifiedBy>Ramya Sunkara</cp:lastModifiedBy>
  <cp:revision>1</cp:revision>
  <dcterms:created xsi:type="dcterms:W3CDTF">2026-03-28T14:41:45Z</dcterms:created>
  <dcterms:modified xsi:type="dcterms:W3CDTF">2026-03-28T15:15:47Z</dcterms:modified>
</cp:coreProperties>
</file>