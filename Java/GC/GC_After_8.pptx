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3" r:id="rId11"/>
    <p:sldId id="264" r:id="rId12"/>
    <p:sldId id="265" r:id="rId13"/>
    <p:sldId id="266" r:id="rId14"/>
    <p:sldId id="267" r:id="rId15"/>
    <p:sldId id="268" r:id="rId16"/>
    <p:sldId id="270" r:id="rId17"/>
    <p:sldId id="269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0327CC-4784-41F3-AF66-B43B5CBE2C5E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77B76DD-3DF1-4E01-A584-8BCE97787C04}">
      <dgm:prSet/>
      <dgm:spPr/>
      <dgm:t>
        <a:bodyPr/>
        <a:lstStyle/>
        <a:p>
          <a:r>
            <a:rPr lang="en-IN"/>
            <a:t>GC Cycle 1:</a:t>
          </a:r>
          <a:endParaRPr lang="en-US"/>
        </a:p>
      </dgm:t>
    </dgm:pt>
    <dgm:pt modelId="{E33CF61A-1BB8-4BC3-BC67-77D49BDF62AC}" type="parTrans" cxnId="{85FEF161-B860-4024-89AF-5A85F5306354}">
      <dgm:prSet/>
      <dgm:spPr/>
      <dgm:t>
        <a:bodyPr/>
        <a:lstStyle/>
        <a:p>
          <a:endParaRPr lang="en-US"/>
        </a:p>
      </dgm:t>
    </dgm:pt>
    <dgm:pt modelId="{6D0DBCEC-A079-4CBA-8C93-91E48612BA5C}" type="sibTrans" cxnId="{85FEF161-B860-4024-89AF-5A85F5306354}">
      <dgm:prSet/>
      <dgm:spPr/>
      <dgm:t>
        <a:bodyPr/>
        <a:lstStyle/>
        <a:p>
          <a:endParaRPr lang="en-US"/>
        </a:p>
      </dgm:t>
    </dgm:pt>
    <dgm:pt modelId="{8E5B4212-551C-40D7-B483-58032F7D56AC}">
      <dgm:prSet/>
      <dgm:spPr/>
      <dgm:t>
        <a:bodyPr/>
        <a:lstStyle/>
        <a:p>
          <a:r>
            <a:rPr lang="en-IN"/>
            <a:t>Root → A → B → C</a:t>
          </a:r>
          <a:endParaRPr lang="en-US"/>
        </a:p>
      </dgm:t>
    </dgm:pt>
    <dgm:pt modelId="{6CB8120B-A1DA-48BD-B64A-70DCBEF8758F}" type="parTrans" cxnId="{0CF65445-5523-45A9-A5DF-9548DC640372}">
      <dgm:prSet/>
      <dgm:spPr/>
      <dgm:t>
        <a:bodyPr/>
        <a:lstStyle/>
        <a:p>
          <a:endParaRPr lang="en-US"/>
        </a:p>
      </dgm:t>
    </dgm:pt>
    <dgm:pt modelId="{A361D0F8-6533-4F45-93C3-3D8F0F4D7ECE}" type="sibTrans" cxnId="{0CF65445-5523-45A9-A5DF-9548DC640372}">
      <dgm:prSet/>
      <dgm:spPr/>
      <dgm:t>
        <a:bodyPr/>
        <a:lstStyle/>
        <a:p>
          <a:endParaRPr lang="en-US"/>
        </a:p>
      </dgm:t>
    </dgm:pt>
    <dgm:pt modelId="{645CE60B-F57B-46E9-9BBB-56D0E167059E}">
      <dgm:prSet/>
      <dgm:spPr/>
      <dgm:t>
        <a:bodyPr/>
        <a:lstStyle/>
        <a:p>
          <a:r>
            <a:rPr lang="en-IN"/>
            <a:t>Application changes:</a:t>
          </a:r>
          <a:endParaRPr lang="en-US"/>
        </a:p>
      </dgm:t>
    </dgm:pt>
    <dgm:pt modelId="{93DD888B-3FA7-4098-A2CF-61539B8C5285}" type="parTrans" cxnId="{27D752B9-C847-444F-92B5-55D6013F4189}">
      <dgm:prSet/>
      <dgm:spPr/>
      <dgm:t>
        <a:bodyPr/>
        <a:lstStyle/>
        <a:p>
          <a:endParaRPr lang="en-US"/>
        </a:p>
      </dgm:t>
    </dgm:pt>
    <dgm:pt modelId="{D1B1E4E7-3ACF-4F51-B5A6-D4C3220FD850}" type="sibTrans" cxnId="{27D752B9-C847-444F-92B5-55D6013F4189}">
      <dgm:prSet/>
      <dgm:spPr/>
      <dgm:t>
        <a:bodyPr/>
        <a:lstStyle/>
        <a:p>
          <a:endParaRPr lang="en-US"/>
        </a:p>
      </dgm:t>
    </dgm:pt>
    <dgm:pt modelId="{FD58D5A8-1CD7-4656-A7D5-0ABC0733CA9C}">
      <dgm:prSet/>
      <dgm:spPr/>
      <dgm:t>
        <a:bodyPr/>
        <a:lstStyle/>
        <a:p>
          <a:r>
            <a:rPr lang="en-IN"/>
            <a:t>A → X</a:t>
          </a:r>
          <a:endParaRPr lang="en-US"/>
        </a:p>
      </dgm:t>
    </dgm:pt>
    <dgm:pt modelId="{C917826B-CA1E-49BB-8F58-71E3AE305AAC}" type="parTrans" cxnId="{48BB445B-E695-472B-B02C-49EB273F9243}">
      <dgm:prSet/>
      <dgm:spPr/>
      <dgm:t>
        <a:bodyPr/>
        <a:lstStyle/>
        <a:p>
          <a:endParaRPr lang="en-US"/>
        </a:p>
      </dgm:t>
    </dgm:pt>
    <dgm:pt modelId="{7AB064BD-489B-4B60-B909-61697C8852E4}" type="sibTrans" cxnId="{48BB445B-E695-472B-B02C-49EB273F9243}">
      <dgm:prSet/>
      <dgm:spPr/>
      <dgm:t>
        <a:bodyPr/>
        <a:lstStyle/>
        <a:p>
          <a:endParaRPr lang="en-US"/>
        </a:p>
      </dgm:t>
    </dgm:pt>
    <dgm:pt modelId="{65D4384E-8EB5-4277-9741-85560D222B35}">
      <dgm:prSet/>
      <dgm:spPr/>
      <dgm:t>
        <a:bodyPr/>
        <a:lstStyle/>
        <a:p>
          <a:r>
            <a:rPr lang="en-IN"/>
            <a:t>B,C become floating garbage</a:t>
          </a:r>
          <a:endParaRPr lang="en-US"/>
        </a:p>
      </dgm:t>
    </dgm:pt>
    <dgm:pt modelId="{53B30401-43F4-4E49-A6C1-D44E02A99C39}" type="parTrans" cxnId="{97639E78-44E7-4A1F-B31C-6187558E5C5B}">
      <dgm:prSet/>
      <dgm:spPr/>
      <dgm:t>
        <a:bodyPr/>
        <a:lstStyle/>
        <a:p>
          <a:endParaRPr lang="en-US"/>
        </a:p>
      </dgm:t>
    </dgm:pt>
    <dgm:pt modelId="{9A896A62-B961-4456-9015-23FD85FCC36D}" type="sibTrans" cxnId="{97639E78-44E7-4A1F-B31C-6187558E5C5B}">
      <dgm:prSet/>
      <dgm:spPr/>
      <dgm:t>
        <a:bodyPr/>
        <a:lstStyle/>
        <a:p>
          <a:endParaRPr lang="en-US"/>
        </a:p>
      </dgm:t>
    </dgm:pt>
    <dgm:pt modelId="{8A5D0596-DF1F-4A0A-BF5E-8B0CF7E06825}">
      <dgm:prSet/>
      <dgm:spPr/>
      <dgm:t>
        <a:bodyPr/>
        <a:lstStyle/>
        <a:p>
          <a:r>
            <a:rPr lang="en-IN"/>
            <a:t>=============================================</a:t>
          </a:r>
          <a:endParaRPr lang="en-US"/>
        </a:p>
      </dgm:t>
    </dgm:pt>
    <dgm:pt modelId="{B26956CA-6FE6-445B-911A-1B75921BCCF8}" type="parTrans" cxnId="{7BDD75ED-B328-4A23-9BA5-CA024B1D5CF9}">
      <dgm:prSet/>
      <dgm:spPr/>
      <dgm:t>
        <a:bodyPr/>
        <a:lstStyle/>
        <a:p>
          <a:endParaRPr lang="en-US"/>
        </a:p>
      </dgm:t>
    </dgm:pt>
    <dgm:pt modelId="{4ABD39CF-8EF1-49EA-9A53-EA77A1AAC5D4}" type="sibTrans" cxnId="{7BDD75ED-B328-4A23-9BA5-CA024B1D5CF9}">
      <dgm:prSet/>
      <dgm:spPr/>
      <dgm:t>
        <a:bodyPr/>
        <a:lstStyle/>
        <a:p>
          <a:endParaRPr lang="en-US"/>
        </a:p>
      </dgm:t>
    </dgm:pt>
    <dgm:pt modelId="{FB1FC3DD-A7F9-4281-BE56-D25814742A25}">
      <dgm:prSet/>
      <dgm:spPr/>
      <dgm:t>
        <a:bodyPr/>
        <a:lstStyle/>
        <a:p>
          <a:r>
            <a:rPr lang="en-IN"/>
            <a:t>GC Cycle 2:</a:t>
          </a:r>
          <a:endParaRPr lang="en-US"/>
        </a:p>
      </dgm:t>
    </dgm:pt>
    <dgm:pt modelId="{E72C11D4-82A4-43F6-AE6B-F69B1F8E3F96}" type="parTrans" cxnId="{76171398-A512-4B4D-9187-ED2627F2B254}">
      <dgm:prSet/>
      <dgm:spPr/>
      <dgm:t>
        <a:bodyPr/>
        <a:lstStyle/>
        <a:p>
          <a:endParaRPr lang="en-US"/>
        </a:p>
      </dgm:t>
    </dgm:pt>
    <dgm:pt modelId="{77DF93CE-D8FC-4EF3-848A-9D54E7DB689D}" type="sibTrans" cxnId="{76171398-A512-4B4D-9187-ED2627F2B254}">
      <dgm:prSet/>
      <dgm:spPr/>
      <dgm:t>
        <a:bodyPr/>
        <a:lstStyle/>
        <a:p>
          <a:endParaRPr lang="en-US"/>
        </a:p>
      </dgm:t>
    </dgm:pt>
    <dgm:pt modelId="{797CEE77-9BE7-4DF3-A1ED-83B951F94D2B}">
      <dgm:prSet/>
      <dgm:spPr/>
      <dgm:t>
        <a:bodyPr/>
        <a:lstStyle/>
        <a:p>
          <a:r>
            <a:rPr lang="en-IN"/>
            <a:t>Root → A → X</a:t>
          </a:r>
          <a:endParaRPr lang="en-US"/>
        </a:p>
      </dgm:t>
    </dgm:pt>
    <dgm:pt modelId="{44666DAD-46B0-400F-B1AD-B5986FE10C87}" type="parTrans" cxnId="{BB9E7F55-13C1-4C12-9FF3-5F03DC66EECD}">
      <dgm:prSet/>
      <dgm:spPr/>
      <dgm:t>
        <a:bodyPr/>
        <a:lstStyle/>
        <a:p>
          <a:endParaRPr lang="en-US"/>
        </a:p>
      </dgm:t>
    </dgm:pt>
    <dgm:pt modelId="{99AF66A5-6912-4999-8154-EFB9B8EE1CA7}" type="sibTrans" cxnId="{BB9E7F55-13C1-4C12-9FF3-5F03DC66EECD}">
      <dgm:prSet/>
      <dgm:spPr/>
      <dgm:t>
        <a:bodyPr/>
        <a:lstStyle/>
        <a:p>
          <a:endParaRPr lang="en-US"/>
        </a:p>
      </dgm:t>
    </dgm:pt>
    <dgm:pt modelId="{FC167F40-DB57-46CC-81BA-51F31EB1849F}">
      <dgm:prSet/>
      <dgm:spPr/>
      <dgm:t>
        <a:bodyPr/>
        <a:lstStyle/>
        <a:p>
          <a:r>
            <a:rPr lang="en-IN"/>
            <a:t>B,C reclaimed</a:t>
          </a:r>
          <a:endParaRPr lang="en-US"/>
        </a:p>
      </dgm:t>
    </dgm:pt>
    <dgm:pt modelId="{74434E63-8A71-48A2-96A9-D6C793B8C736}" type="parTrans" cxnId="{927E792E-CDA3-461A-A5CE-5ADF99031494}">
      <dgm:prSet/>
      <dgm:spPr/>
      <dgm:t>
        <a:bodyPr/>
        <a:lstStyle/>
        <a:p>
          <a:endParaRPr lang="en-US"/>
        </a:p>
      </dgm:t>
    </dgm:pt>
    <dgm:pt modelId="{E4518F65-0A23-437C-9C43-5D8D97F212D9}" type="sibTrans" cxnId="{927E792E-CDA3-461A-A5CE-5ADF99031494}">
      <dgm:prSet/>
      <dgm:spPr/>
      <dgm:t>
        <a:bodyPr/>
        <a:lstStyle/>
        <a:p>
          <a:endParaRPr lang="en-US"/>
        </a:p>
      </dgm:t>
    </dgm:pt>
    <dgm:pt modelId="{EE04FAA8-1EE7-4979-9E4C-DEE743D8197F}">
      <dgm:prSet/>
      <dgm:spPr/>
      <dgm:t>
        <a:bodyPr/>
        <a:lstStyle/>
        <a:p>
          <a:r>
            <a:rPr lang="en-IN"/>
            <a:t>==================================Final Steps =======================================</a:t>
          </a:r>
          <a:endParaRPr lang="en-US"/>
        </a:p>
      </dgm:t>
    </dgm:pt>
    <dgm:pt modelId="{231CA845-F767-4B8A-9970-72EA5CA3DF96}" type="parTrans" cxnId="{42F180B6-6726-4E2B-BF1B-A05EC0A85E67}">
      <dgm:prSet/>
      <dgm:spPr/>
      <dgm:t>
        <a:bodyPr/>
        <a:lstStyle/>
        <a:p>
          <a:endParaRPr lang="en-US"/>
        </a:p>
      </dgm:t>
    </dgm:pt>
    <dgm:pt modelId="{9ACB4A1A-BD6B-488D-8609-5E0A2B407E68}" type="sibTrans" cxnId="{42F180B6-6726-4E2B-BF1B-A05EC0A85E67}">
      <dgm:prSet/>
      <dgm:spPr/>
      <dgm:t>
        <a:bodyPr/>
        <a:lstStyle/>
        <a:p>
          <a:endParaRPr lang="en-US"/>
        </a:p>
      </dgm:t>
    </dgm:pt>
    <dgm:pt modelId="{863F3C93-2681-4B51-904B-EFF8EB5E67DE}">
      <dgm:prSet/>
      <dgm:spPr/>
      <dgm:t>
        <a:bodyPr/>
        <a:lstStyle/>
        <a:p>
          <a:r>
            <a:rPr lang="en-US"/>
            <a:t>1. Marking starts</a:t>
          </a:r>
        </a:p>
      </dgm:t>
    </dgm:pt>
    <dgm:pt modelId="{DC86BCFF-C69D-4AAD-96F6-55B0C66FCF75}" type="parTrans" cxnId="{0306DA23-CC43-4429-9A02-F857A818E78C}">
      <dgm:prSet/>
      <dgm:spPr/>
      <dgm:t>
        <a:bodyPr/>
        <a:lstStyle/>
        <a:p>
          <a:endParaRPr lang="en-US"/>
        </a:p>
      </dgm:t>
    </dgm:pt>
    <dgm:pt modelId="{3D5FB364-0259-4EF7-B684-1769130A7A1A}" type="sibTrans" cxnId="{0306DA23-CC43-4429-9A02-F857A818E78C}">
      <dgm:prSet/>
      <dgm:spPr/>
      <dgm:t>
        <a:bodyPr/>
        <a:lstStyle/>
        <a:p>
          <a:endParaRPr lang="en-US"/>
        </a:p>
      </dgm:t>
    </dgm:pt>
    <dgm:pt modelId="{5212CE7D-43C8-409E-BAA2-389D8DBFF150}">
      <dgm:prSet/>
      <dgm:spPr/>
      <dgm:t>
        <a:bodyPr/>
        <a:lstStyle/>
        <a:p>
          <a:r>
            <a:rPr lang="en-US"/>
            <a:t>2. Heap snapshot logically established  STAB</a:t>
          </a:r>
        </a:p>
      </dgm:t>
    </dgm:pt>
    <dgm:pt modelId="{22428E5A-3941-4AC5-960B-E9389F767300}" type="parTrans" cxnId="{108D58A3-610E-427C-B431-06BD46EF97E0}">
      <dgm:prSet/>
      <dgm:spPr/>
      <dgm:t>
        <a:bodyPr/>
        <a:lstStyle/>
        <a:p>
          <a:endParaRPr lang="en-US"/>
        </a:p>
      </dgm:t>
    </dgm:pt>
    <dgm:pt modelId="{06A089E0-86DE-45EA-9B0A-64674C8B9199}" type="sibTrans" cxnId="{108D58A3-610E-427C-B431-06BD46EF97E0}">
      <dgm:prSet/>
      <dgm:spPr/>
      <dgm:t>
        <a:bodyPr/>
        <a:lstStyle/>
        <a:p>
          <a:endParaRPr lang="en-US"/>
        </a:p>
      </dgm:t>
    </dgm:pt>
    <dgm:pt modelId="{9A67AE04-47E7-43CC-8ADB-7ADE8358C31E}">
      <dgm:prSet/>
      <dgm:spPr/>
      <dgm:t>
        <a:bodyPr/>
        <a:lstStyle/>
        <a:p>
          <a:r>
            <a:rPr lang="en-US"/>
            <a:t>3. Live/dead finalized</a:t>
          </a:r>
        </a:p>
      </dgm:t>
    </dgm:pt>
    <dgm:pt modelId="{AD54C7B8-BAD5-4DAE-93F2-1410557D8E80}" type="parTrans" cxnId="{B5E59022-ED6E-477E-A852-0ABBEF3BABB8}">
      <dgm:prSet/>
      <dgm:spPr/>
      <dgm:t>
        <a:bodyPr/>
        <a:lstStyle/>
        <a:p>
          <a:endParaRPr lang="en-US"/>
        </a:p>
      </dgm:t>
    </dgm:pt>
    <dgm:pt modelId="{A4C68FB7-3230-4AB0-9A7C-E8D2AA5F7185}" type="sibTrans" cxnId="{B5E59022-ED6E-477E-A852-0ABBEF3BABB8}">
      <dgm:prSet/>
      <dgm:spPr/>
      <dgm:t>
        <a:bodyPr/>
        <a:lstStyle/>
        <a:p>
          <a:endParaRPr lang="en-US"/>
        </a:p>
      </dgm:t>
    </dgm:pt>
    <dgm:pt modelId="{49038834-A4F5-48B1-BACF-BC6938E00B4E}">
      <dgm:prSet/>
      <dgm:spPr/>
      <dgm:t>
        <a:bodyPr/>
        <a:lstStyle/>
        <a:p>
          <a:r>
            <a:rPr lang="en-US"/>
            <a:t>4. Sweep reclaims only old dead objects</a:t>
          </a:r>
        </a:p>
      </dgm:t>
    </dgm:pt>
    <dgm:pt modelId="{2F532982-2F09-4F19-BA1C-C448B3488993}" type="parTrans" cxnId="{FBB0A0C3-990F-4D08-8E80-292BBEE75DEE}">
      <dgm:prSet/>
      <dgm:spPr/>
      <dgm:t>
        <a:bodyPr/>
        <a:lstStyle/>
        <a:p>
          <a:endParaRPr lang="en-US"/>
        </a:p>
      </dgm:t>
    </dgm:pt>
    <dgm:pt modelId="{9E3FC68C-CA35-4700-A22B-FB0DD0A2C52B}" type="sibTrans" cxnId="{FBB0A0C3-990F-4D08-8E80-292BBEE75DEE}">
      <dgm:prSet/>
      <dgm:spPr/>
      <dgm:t>
        <a:bodyPr/>
        <a:lstStyle/>
        <a:p>
          <a:endParaRPr lang="en-US"/>
        </a:p>
      </dgm:t>
    </dgm:pt>
    <dgm:pt modelId="{69A8D447-5912-4634-BDA9-2DEBFD7D677E}">
      <dgm:prSet/>
      <dgm:spPr/>
      <dgm:t>
        <a:bodyPr/>
        <a:lstStyle/>
        <a:p>
          <a:r>
            <a:rPr lang="en-US"/>
            <a:t>5. New allocations belong to future cycles</a:t>
          </a:r>
        </a:p>
      </dgm:t>
    </dgm:pt>
    <dgm:pt modelId="{63225A91-995F-41B9-A0CE-00FB7EA53EA1}" type="parTrans" cxnId="{B6B7815B-EE8E-415E-BFA9-A2BC2A0B9D1B}">
      <dgm:prSet/>
      <dgm:spPr/>
      <dgm:t>
        <a:bodyPr/>
        <a:lstStyle/>
        <a:p>
          <a:endParaRPr lang="en-US"/>
        </a:p>
      </dgm:t>
    </dgm:pt>
    <dgm:pt modelId="{212488DD-3DEC-429E-8D6B-4AA187337971}" type="sibTrans" cxnId="{B6B7815B-EE8E-415E-BFA9-A2BC2A0B9D1B}">
      <dgm:prSet/>
      <dgm:spPr/>
      <dgm:t>
        <a:bodyPr/>
        <a:lstStyle/>
        <a:p>
          <a:endParaRPr lang="en-US"/>
        </a:p>
      </dgm:t>
    </dgm:pt>
    <dgm:pt modelId="{86EC420F-8274-41B0-923C-0759F3653FAC}" type="pres">
      <dgm:prSet presAssocID="{F20327CC-4784-41F3-AF66-B43B5CBE2C5E}" presName="linear" presStyleCnt="0">
        <dgm:presLayoutVars>
          <dgm:animLvl val="lvl"/>
          <dgm:resizeHandles val="exact"/>
        </dgm:presLayoutVars>
      </dgm:prSet>
      <dgm:spPr/>
    </dgm:pt>
    <dgm:pt modelId="{C8D6791B-C732-4E01-B769-87CB8B8E74AC}" type="pres">
      <dgm:prSet presAssocID="{377B76DD-3DF1-4E01-A584-8BCE97787C04}" presName="parentText" presStyleLbl="node1" presStyleIdx="0" presStyleCnt="15">
        <dgm:presLayoutVars>
          <dgm:chMax val="0"/>
          <dgm:bulletEnabled val="1"/>
        </dgm:presLayoutVars>
      </dgm:prSet>
      <dgm:spPr/>
    </dgm:pt>
    <dgm:pt modelId="{1C7BB202-C2EC-48ED-9172-D954DFCD0945}" type="pres">
      <dgm:prSet presAssocID="{6D0DBCEC-A079-4CBA-8C93-91E48612BA5C}" presName="spacer" presStyleCnt="0"/>
      <dgm:spPr/>
    </dgm:pt>
    <dgm:pt modelId="{6D3D15B1-D3F2-4C02-8324-41E2C838F75C}" type="pres">
      <dgm:prSet presAssocID="{8E5B4212-551C-40D7-B483-58032F7D56AC}" presName="parentText" presStyleLbl="node1" presStyleIdx="1" presStyleCnt="15">
        <dgm:presLayoutVars>
          <dgm:chMax val="0"/>
          <dgm:bulletEnabled val="1"/>
        </dgm:presLayoutVars>
      </dgm:prSet>
      <dgm:spPr/>
    </dgm:pt>
    <dgm:pt modelId="{B565D1A1-4FCC-46DA-8C49-2D4E229E98D3}" type="pres">
      <dgm:prSet presAssocID="{A361D0F8-6533-4F45-93C3-3D8F0F4D7ECE}" presName="spacer" presStyleCnt="0"/>
      <dgm:spPr/>
    </dgm:pt>
    <dgm:pt modelId="{699C2311-C916-49EF-9445-3E57C3B390EC}" type="pres">
      <dgm:prSet presAssocID="{645CE60B-F57B-46E9-9BBB-56D0E167059E}" presName="parentText" presStyleLbl="node1" presStyleIdx="2" presStyleCnt="15">
        <dgm:presLayoutVars>
          <dgm:chMax val="0"/>
          <dgm:bulletEnabled val="1"/>
        </dgm:presLayoutVars>
      </dgm:prSet>
      <dgm:spPr/>
    </dgm:pt>
    <dgm:pt modelId="{2EDB6565-3B21-4D30-B820-B6A733E94C6D}" type="pres">
      <dgm:prSet presAssocID="{D1B1E4E7-3ACF-4F51-B5A6-D4C3220FD850}" presName="spacer" presStyleCnt="0"/>
      <dgm:spPr/>
    </dgm:pt>
    <dgm:pt modelId="{DB851774-AC00-4F2F-A770-376692617FF7}" type="pres">
      <dgm:prSet presAssocID="{FD58D5A8-1CD7-4656-A7D5-0ABC0733CA9C}" presName="parentText" presStyleLbl="node1" presStyleIdx="3" presStyleCnt="15">
        <dgm:presLayoutVars>
          <dgm:chMax val="0"/>
          <dgm:bulletEnabled val="1"/>
        </dgm:presLayoutVars>
      </dgm:prSet>
      <dgm:spPr/>
    </dgm:pt>
    <dgm:pt modelId="{99E536FD-9DF2-46A7-97C1-862AD0661955}" type="pres">
      <dgm:prSet presAssocID="{7AB064BD-489B-4B60-B909-61697C8852E4}" presName="spacer" presStyleCnt="0"/>
      <dgm:spPr/>
    </dgm:pt>
    <dgm:pt modelId="{BABDCDE2-B387-4598-B761-6E177385317D}" type="pres">
      <dgm:prSet presAssocID="{65D4384E-8EB5-4277-9741-85560D222B35}" presName="parentText" presStyleLbl="node1" presStyleIdx="4" presStyleCnt="15">
        <dgm:presLayoutVars>
          <dgm:chMax val="0"/>
          <dgm:bulletEnabled val="1"/>
        </dgm:presLayoutVars>
      </dgm:prSet>
      <dgm:spPr/>
    </dgm:pt>
    <dgm:pt modelId="{3D18D3AD-079F-4B9B-A984-9B6DE7D7212D}" type="pres">
      <dgm:prSet presAssocID="{9A896A62-B961-4456-9015-23FD85FCC36D}" presName="spacer" presStyleCnt="0"/>
      <dgm:spPr/>
    </dgm:pt>
    <dgm:pt modelId="{6E29E620-FDED-4011-8134-F6A9ED37C429}" type="pres">
      <dgm:prSet presAssocID="{8A5D0596-DF1F-4A0A-BF5E-8B0CF7E06825}" presName="parentText" presStyleLbl="node1" presStyleIdx="5" presStyleCnt="15">
        <dgm:presLayoutVars>
          <dgm:chMax val="0"/>
          <dgm:bulletEnabled val="1"/>
        </dgm:presLayoutVars>
      </dgm:prSet>
      <dgm:spPr/>
    </dgm:pt>
    <dgm:pt modelId="{3FFD1FC7-13DD-4DD9-9988-254F86855136}" type="pres">
      <dgm:prSet presAssocID="{4ABD39CF-8EF1-49EA-9A53-EA77A1AAC5D4}" presName="spacer" presStyleCnt="0"/>
      <dgm:spPr/>
    </dgm:pt>
    <dgm:pt modelId="{350AA740-5A10-4E28-A930-865648E15F8C}" type="pres">
      <dgm:prSet presAssocID="{FB1FC3DD-A7F9-4281-BE56-D25814742A25}" presName="parentText" presStyleLbl="node1" presStyleIdx="6" presStyleCnt="15">
        <dgm:presLayoutVars>
          <dgm:chMax val="0"/>
          <dgm:bulletEnabled val="1"/>
        </dgm:presLayoutVars>
      </dgm:prSet>
      <dgm:spPr/>
    </dgm:pt>
    <dgm:pt modelId="{3B3F07B8-A36F-48EC-9229-8C83A5CE3C9E}" type="pres">
      <dgm:prSet presAssocID="{77DF93CE-D8FC-4EF3-848A-9D54E7DB689D}" presName="spacer" presStyleCnt="0"/>
      <dgm:spPr/>
    </dgm:pt>
    <dgm:pt modelId="{A028AE90-2F8D-48E8-B19C-25BB649EA1D4}" type="pres">
      <dgm:prSet presAssocID="{797CEE77-9BE7-4DF3-A1ED-83B951F94D2B}" presName="parentText" presStyleLbl="node1" presStyleIdx="7" presStyleCnt="15">
        <dgm:presLayoutVars>
          <dgm:chMax val="0"/>
          <dgm:bulletEnabled val="1"/>
        </dgm:presLayoutVars>
      </dgm:prSet>
      <dgm:spPr/>
    </dgm:pt>
    <dgm:pt modelId="{9ABE139D-9CE6-4F07-AC77-643B65728DF6}" type="pres">
      <dgm:prSet presAssocID="{99AF66A5-6912-4999-8154-EFB9B8EE1CA7}" presName="spacer" presStyleCnt="0"/>
      <dgm:spPr/>
    </dgm:pt>
    <dgm:pt modelId="{B99256D8-A9ED-4276-B351-265AC393C61E}" type="pres">
      <dgm:prSet presAssocID="{FC167F40-DB57-46CC-81BA-51F31EB1849F}" presName="parentText" presStyleLbl="node1" presStyleIdx="8" presStyleCnt="15">
        <dgm:presLayoutVars>
          <dgm:chMax val="0"/>
          <dgm:bulletEnabled val="1"/>
        </dgm:presLayoutVars>
      </dgm:prSet>
      <dgm:spPr/>
    </dgm:pt>
    <dgm:pt modelId="{B49464E9-ED8B-47B9-B533-B9F651F2B58C}" type="pres">
      <dgm:prSet presAssocID="{E4518F65-0A23-437C-9C43-5D8D97F212D9}" presName="spacer" presStyleCnt="0"/>
      <dgm:spPr/>
    </dgm:pt>
    <dgm:pt modelId="{1EFD75E1-4C13-416C-8885-D248F5364DC4}" type="pres">
      <dgm:prSet presAssocID="{EE04FAA8-1EE7-4979-9E4C-DEE743D8197F}" presName="parentText" presStyleLbl="node1" presStyleIdx="9" presStyleCnt="15">
        <dgm:presLayoutVars>
          <dgm:chMax val="0"/>
          <dgm:bulletEnabled val="1"/>
        </dgm:presLayoutVars>
      </dgm:prSet>
      <dgm:spPr/>
    </dgm:pt>
    <dgm:pt modelId="{BBB56022-FF8F-401F-B079-9F66E771F337}" type="pres">
      <dgm:prSet presAssocID="{9ACB4A1A-BD6B-488D-8609-5E0A2B407E68}" presName="spacer" presStyleCnt="0"/>
      <dgm:spPr/>
    </dgm:pt>
    <dgm:pt modelId="{C325811E-83FF-41EA-AC72-FF7959E8EA3C}" type="pres">
      <dgm:prSet presAssocID="{863F3C93-2681-4B51-904B-EFF8EB5E67DE}" presName="parentText" presStyleLbl="node1" presStyleIdx="10" presStyleCnt="15">
        <dgm:presLayoutVars>
          <dgm:chMax val="0"/>
          <dgm:bulletEnabled val="1"/>
        </dgm:presLayoutVars>
      </dgm:prSet>
      <dgm:spPr/>
    </dgm:pt>
    <dgm:pt modelId="{EB25EC99-9560-4687-96A3-743E7EC5E982}" type="pres">
      <dgm:prSet presAssocID="{3D5FB364-0259-4EF7-B684-1769130A7A1A}" presName="spacer" presStyleCnt="0"/>
      <dgm:spPr/>
    </dgm:pt>
    <dgm:pt modelId="{5F8D99A0-D15E-49D7-BF15-94E9B861DF27}" type="pres">
      <dgm:prSet presAssocID="{5212CE7D-43C8-409E-BAA2-389D8DBFF150}" presName="parentText" presStyleLbl="node1" presStyleIdx="11" presStyleCnt="15">
        <dgm:presLayoutVars>
          <dgm:chMax val="0"/>
          <dgm:bulletEnabled val="1"/>
        </dgm:presLayoutVars>
      </dgm:prSet>
      <dgm:spPr/>
    </dgm:pt>
    <dgm:pt modelId="{E1D8134F-721A-4126-BD64-BDDC31ACF94B}" type="pres">
      <dgm:prSet presAssocID="{06A089E0-86DE-45EA-9B0A-64674C8B9199}" presName="spacer" presStyleCnt="0"/>
      <dgm:spPr/>
    </dgm:pt>
    <dgm:pt modelId="{272C3EAD-73CB-4076-AA07-5F1FBA0351B7}" type="pres">
      <dgm:prSet presAssocID="{9A67AE04-47E7-43CC-8ADB-7ADE8358C31E}" presName="parentText" presStyleLbl="node1" presStyleIdx="12" presStyleCnt="15">
        <dgm:presLayoutVars>
          <dgm:chMax val="0"/>
          <dgm:bulletEnabled val="1"/>
        </dgm:presLayoutVars>
      </dgm:prSet>
      <dgm:spPr/>
    </dgm:pt>
    <dgm:pt modelId="{C09F63CF-473E-4D23-AD5D-37B302E4ECF5}" type="pres">
      <dgm:prSet presAssocID="{A4C68FB7-3230-4AB0-9A7C-E8D2AA5F7185}" presName="spacer" presStyleCnt="0"/>
      <dgm:spPr/>
    </dgm:pt>
    <dgm:pt modelId="{41839579-8CBE-43C5-9272-417A606DC62C}" type="pres">
      <dgm:prSet presAssocID="{49038834-A4F5-48B1-BACF-BC6938E00B4E}" presName="parentText" presStyleLbl="node1" presStyleIdx="13" presStyleCnt="15">
        <dgm:presLayoutVars>
          <dgm:chMax val="0"/>
          <dgm:bulletEnabled val="1"/>
        </dgm:presLayoutVars>
      </dgm:prSet>
      <dgm:spPr/>
    </dgm:pt>
    <dgm:pt modelId="{06077AA3-F65A-4045-BAD3-9D5C7BFEB430}" type="pres">
      <dgm:prSet presAssocID="{9E3FC68C-CA35-4700-A22B-FB0DD0A2C52B}" presName="spacer" presStyleCnt="0"/>
      <dgm:spPr/>
    </dgm:pt>
    <dgm:pt modelId="{E3064D77-6C94-4370-86BB-E6BDCA597190}" type="pres">
      <dgm:prSet presAssocID="{69A8D447-5912-4634-BDA9-2DEBFD7D677E}" presName="parentText" presStyleLbl="node1" presStyleIdx="14" presStyleCnt="15">
        <dgm:presLayoutVars>
          <dgm:chMax val="0"/>
          <dgm:bulletEnabled val="1"/>
        </dgm:presLayoutVars>
      </dgm:prSet>
      <dgm:spPr/>
    </dgm:pt>
  </dgm:ptLst>
  <dgm:cxnLst>
    <dgm:cxn modelId="{639B1802-62B9-47F2-A3A8-7D3150200E91}" type="presOf" srcId="{797CEE77-9BE7-4DF3-A1ED-83B951F94D2B}" destId="{A028AE90-2F8D-48E8-B19C-25BB649EA1D4}" srcOrd="0" destOrd="0" presId="urn:microsoft.com/office/officeart/2005/8/layout/vList2"/>
    <dgm:cxn modelId="{6F46A706-A3A0-47DA-BBF8-3CB7228B8814}" type="presOf" srcId="{377B76DD-3DF1-4E01-A584-8BCE97787C04}" destId="{C8D6791B-C732-4E01-B769-87CB8B8E74AC}" srcOrd="0" destOrd="0" presId="urn:microsoft.com/office/officeart/2005/8/layout/vList2"/>
    <dgm:cxn modelId="{D26E0216-3129-4FA6-AAB7-47AC03D1A1B3}" type="presOf" srcId="{65D4384E-8EB5-4277-9741-85560D222B35}" destId="{BABDCDE2-B387-4598-B761-6E177385317D}" srcOrd="0" destOrd="0" presId="urn:microsoft.com/office/officeart/2005/8/layout/vList2"/>
    <dgm:cxn modelId="{B5E59022-ED6E-477E-A852-0ABBEF3BABB8}" srcId="{F20327CC-4784-41F3-AF66-B43B5CBE2C5E}" destId="{9A67AE04-47E7-43CC-8ADB-7ADE8358C31E}" srcOrd="12" destOrd="0" parTransId="{AD54C7B8-BAD5-4DAE-93F2-1410557D8E80}" sibTransId="{A4C68FB7-3230-4AB0-9A7C-E8D2AA5F7185}"/>
    <dgm:cxn modelId="{0306DA23-CC43-4429-9A02-F857A818E78C}" srcId="{F20327CC-4784-41F3-AF66-B43B5CBE2C5E}" destId="{863F3C93-2681-4B51-904B-EFF8EB5E67DE}" srcOrd="10" destOrd="0" parTransId="{DC86BCFF-C69D-4AAD-96F6-55B0C66FCF75}" sibTransId="{3D5FB364-0259-4EF7-B684-1769130A7A1A}"/>
    <dgm:cxn modelId="{927E792E-CDA3-461A-A5CE-5ADF99031494}" srcId="{F20327CC-4784-41F3-AF66-B43B5CBE2C5E}" destId="{FC167F40-DB57-46CC-81BA-51F31EB1849F}" srcOrd="8" destOrd="0" parTransId="{74434E63-8A71-48A2-96A9-D6C793B8C736}" sibTransId="{E4518F65-0A23-437C-9C43-5D8D97F212D9}"/>
    <dgm:cxn modelId="{AE4C103E-9D0E-4938-A512-5FF0A7CC05B8}" type="presOf" srcId="{645CE60B-F57B-46E9-9BBB-56D0E167059E}" destId="{699C2311-C916-49EF-9445-3E57C3B390EC}" srcOrd="0" destOrd="0" presId="urn:microsoft.com/office/officeart/2005/8/layout/vList2"/>
    <dgm:cxn modelId="{346EE23E-2855-4A40-975A-6C257E4FA398}" type="presOf" srcId="{FD58D5A8-1CD7-4656-A7D5-0ABC0733CA9C}" destId="{DB851774-AC00-4F2F-A770-376692617FF7}" srcOrd="0" destOrd="0" presId="urn:microsoft.com/office/officeart/2005/8/layout/vList2"/>
    <dgm:cxn modelId="{48BB445B-E695-472B-B02C-49EB273F9243}" srcId="{F20327CC-4784-41F3-AF66-B43B5CBE2C5E}" destId="{FD58D5A8-1CD7-4656-A7D5-0ABC0733CA9C}" srcOrd="3" destOrd="0" parTransId="{C917826B-CA1E-49BB-8F58-71E3AE305AAC}" sibTransId="{7AB064BD-489B-4B60-B909-61697C8852E4}"/>
    <dgm:cxn modelId="{B6B7815B-EE8E-415E-BFA9-A2BC2A0B9D1B}" srcId="{F20327CC-4784-41F3-AF66-B43B5CBE2C5E}" destId="{69A8D447-5912-4634-BDA9-2DEBFD7D677E}" srcOrd="14" destOrd="0" parTransId="{63225A91-995F-41B9-A0CE-00FB7EA53EA1}" sibTransId="{212488DD-3DEC-429E-8D6B-4AA187337971}"/>
    <dgm:cxn modelId="{85FEF161-B860-4024-89AF-5A85F5306354}" srcId="{F20327CC-4784-41F3-AF66-B43B5CBE2C5E}" destId="{377B76DD-3DF1-4E01-A584-8BCE97787C04}" srcOrd="0" destOrd="0" parTransId="{E33CF61A-1BB8-4BC3-BC67-77D49BDF62AC}" sibTransId="{6D0DBCEC-A079-4CBA-8C93-91E48612BA5C}"/>
    <dgm:cxn modelId="{0CF65445-5523-45A9-A5DF-9548DC640372}" srcId="{F20327CC-4784-41F3-AF66-B43B5CBE2C5E}" destId="{8E5B4212-551C-40D7-B483-58032F7D56AC}" srcOrd="1" destOrd="0" parTransId="{6CB8120B-A1DA-48BD-B64A-70DCBEF8758F}" sibTransId="{A361D0F8-6533-4F45-93C3-3D8F0F4D7ECE}"/>
    <dgm:cxn modelId="{22AC2B6E-0285-4A74-8DBE-9664B8FA7701}" type="presOf" srcId="{FB1FC3DD-A7F9-4281-BE56-D25814742A25}" destId="{350AA740-5A10-4E28-A930-865648E15F8C}" srcOrd="0" destOrd="0" presId="urn:microsoft.com/office/officeart/2005/8/layout/vList2"/>
    <dgm:cxn modelId="{62ED8550-5DA6-499C-9329-25E693546027}" type="presOf" srcId="{FC167F40-DB57-46CC-81BA-51F31EB1849F}" destId="{B99256D8-A9ED-4276-B351-265AC393C61E}" srcOrd="0" destOrd="0" presId="urn:microsoft.com/office/officeart/2005/8/layout/vList2"/>
    <dgm:cxn modelId="{BB9E7F55-13C1-4C12-9FF3-5F03DC66EECD}" srcId="{F20327CC-4784-41F3-AF66-B43B5CBE2C5E}" destId="{797CEE77-9BE7-4DF3-A1ED-83B951F94D2B}" srcOrd="7" destOrd="0" parTransId="{44666DAD-46B0-400F-B1AD-B5986FE10C87}" sibTransId="{99AF66A5-6912-4999-8154-EFB9B8EE1CA7}"/>
    <dgm:cxn modelId="{97639E78-44E7-4A1F-B31C-6187558E5C5B}" srcId="{F20327CC-4784-41F3-AF66-B43B5CBE2C5E}" destId="{65D4384E-8EB5-4277-9741-85560D222B35}" srcOrd="4" destOrd="0" parTransId="{53B30401-43F4-4E49-A6C1-D44E02A99C39}" sibTransId="{9A896A62-B961-4456-9015-23FD85FCC36D}"/>
    <dgm:cxn modelId="{1BE0CD59-82AE-47CA-920E-0E47CE968870}" type="presOf" srcId="{863F3C93-2681-4B51-904B-EFF8EB5E67DE}" destId="{C325811E-83FF-41EA-AC72-FF7959E8EA3C}" srcOrd="0" destOrd="0" presId="urn:microsoft.com/office/officeart/2005/8/layout/vList2"/>
    <dgm:cxn modelId="{05C02496-7B3A-4083-89C8-6CAAF1ECA0C2}" type="presOf" srcId="{8A5D0596-DF1F-4A0A-BF5E-8B0CF7E06825}" destId="{6E29E620-FDED-4011-8134-F6A9ED37C429}" srcOrd="0" destOrd="0" presId="urn:microsoft.com/office/officeart/2005/8/layout/vList2"/>
    <dgm:cxn modelId="{76171398-A512-4B4D-9187-ED2627F2B254}" srcId="{F20327CC-4784-41F3-AF66-B43B5CBE2C5E}" destId="{FB1FC3DD-A7F9-4281-BE56-D25814742A25}" srcOrd="6" destOrd="0" parTransId="{E72C11D4-82A4-43F6-AE6B-F69B1F8E3F96}" sibTransId="{77DF93CE-D8FC-4EF3-848A-9D54E7DB689D}"/>
    <dgm:cxn modelId="{4B6E169B-7B31-4A7A-9F8D-79096777ACD0}" type="presOf" srcId="{49038834-A4F5-48B1-BACF-BC6938E00B4E}" destId="{41839579-8CBE-43C5-9272-417A606DC62C}" srcOrd="0" destOrd="0" presId="urn:microsoft.com/office/officeart/2005/8/layout/vList2"/>
    <dgm:cxn modelId="{108D58A3-610E-427C-B431-06BD46EF97E0}" srcId="{F20327CC-4784-41F3-AF66-B43B5CBE2C5E}" destId="{5212CE7D-43C8-409E-BAA2-389D8DBFF150}" srcOrd="11" destOrd="0" parTransId="{22428E5A-3941-4AC5-960B-E9389F767300}" sibTransId="{06A089E0-86DE-45EA-9B0A-64674C8B9199}"/>
    <dgm:cxn modelId="{58643FAE-1907-4895-B6C4-FA7C0C316532}" type="presOf" srcId="{9A67AE04-47E7-43CC-8ADB-7ADE8358C31E}" destId="{272C3EAD-73CB-4076-AA07-5F1FBA0351B7}" srcOrd="0" destOrd="0" presId="urn:microsoft.com/office/officeart/2005/8/layout/vList2"/>
    <dgm:cxn modelId="{42F180B6-6726-4E2B-BF1B-A05EC0A85E67}" srcId="{F20327CC-4784-41F3-AF66-B43B5CBE2C5E}" destId="{EE04FAA8-1EE7-4979-9E4C-DEE743D8197F}" srcOrd="9" destOrd="0" parTransId="{231CA845-F767-4B8A-9970-72EA5CA3DF96}" sibTransId="{9ACB4A1A-BD6B-488D-8609-5E0A2B407E68}"/>
    <dgm:cxn modelId="{E00AF7B7-69D0-4BE9-A329-489F2E9A605C}" type="presOf" srcId="{EE04FAA8-1EE7-4979-9E4C-DEE743D8197F}" destId="{1EFD75E1-4C13-416C-8885-D248F5364DC4}" srcOrd="0" destOrd="0" presId="urn:microsoft.com/office/officeart/2005/8/layout/vList2"/>
    <dgm:cxn modelId="{27D752B9-C847-444F-92B5-55D6013F4189}" srcId="{F20327CC-4784-41F3-AF66-B43B5CBE2C5E}" destId="{645CE60B-F57B-46E9-9BBB-56D0E167059E}" srcOrd="2" destOrd="0" parTransId="{93DD888B-3FA7-4098-A2CF-61539B8C5285}" sibTransId="{D1B1E4E7-3ACF-4F51-B5A6-D4C3220FD850}"/>
    <dgm:cxn modelId="{057352BE-857A-49B7-96EF-980F5F9DD6B6}" type="presOf" srcId="{8E5B4212-551C-40D7-B483-58032F7D56AC}" destId="{6D3D15B1-D3F2-4C02-8324-41E2C838F75C}" srcOrd="0" destOrd="0" presId="urn:microsoft.com/office/officeart/2005/8/layout/vList2"/>
    <dgm:cxn modelId="{FBB0A0C3-990F-4D08-8E80-292BBEE75DEE}" srcId="{F20327CC-4784-41F3-AF66-B43B5CBE2C5E}" destId="{49038834-A4F5-48B1-BACF-BC6938E00B4E}" srcOrd="13" destOrd="0" parTransId="{2F532982-2F09-4F19-BA1C-C448B3488993}" sibTransId="{9E3FC68C-CA35-4700-A22B-FB0DD0A2C52B}"/>
    <dgm:cxn modelId="{B907EBD5-ADCD-4A4E-A14E-C8CA019178B4}" type="presOf" srcId="{69A8D447-5912-4634-BDA9-2DEBFD7D677E}" destId="{E3064D77-6C94-4370-86BB-E6BDCA597190}" srcOrd="0" destOrd="0" presId="urn:microsoft.com/office/officeart/2005/8/layout/vList2"/>
    <dgm:cxn modelId="{FFBF23E6-12B7-4819-9BA9-F2E34456CBF0}" type="presOf" srcId="{5212CE7D-43C8-409E-BAA2-389D8DBFF150}" destId="{5F8D99A0-D15E-49D7-BF15-94E9B861DF27}" srcOrd="0" destOrd="0" presId="urn:microsoft.com/office/officeart/2005/8/layout/vList2"/>
    <dgm:cxn modelId="{7BDD75ED-B328-4A23-9BA5-CA024B1D5CF9}" srcId="{F20327CC-4784-41F3-AF66-B43B5CBE2C5E}" destId="{8A5D0596-DF1F-4A0A-BF5E-8B0CF7E06825}" srcOrd="5" destOrd="0" parTransId="{B26956CA-6FE6-445B-911A-1B75921BCCF8}" sibTransId="{4ABD39CF-8EF1-49EA-9A53-EA77A1AAC5D4}"/>
    <dgm:cxn modelId="{11790EF3-2BCD-4BE8-8A3D-7416473FAA95}" type="presOf" srcId="{F20327CC-4784-41F3-AF66-B43B5CBE2C5E}" destId="{86EC420F-8274-41B0-923C-0759F3653FAC}" srcOrd="0" destOrd="0" presId="urn:microsoft.com/office/officeart/2005/8/layout/vList2"/>
    <dgm:cxn modelId="{B02FCBE6-19E2-41AA-B6B7-34732BC39BBD}" type="presParOf" srcId="{86EC420F-8274-41B0-923C-0759F3653FAC}" destId="{C8D6791B-C732-4E01-B769-87CB8B8E74AC}" srcOrd="0" destOrd="0" presId="urn:microsoft.com/office/officeart/2005/8/layout/vList2"/>
    <dgm:cxn modelId="{457F4987-276E-462D-B395-76E6ABC32BC4}" type="presParOf" srcId="{86EC420F-8274-41B0-923C-0759F3653FAC}" destId="{1C7BB202-C2EC-48ED-9172-D954DFCD0945}" srcOrd="1" destOrd="0" presId="urn:microsoft.com/office/officeart/2005/8/layout/vList2"/>
    <dgm:cxn modelId="{0335D33B-7113-4CEA-A8F2-829D9E598195}" type="presParOf" srcId="{86EC420F-8274-41B0-923C-0759F3653FAC}" destId="{6D3D15B1-D3F2-4C02-8324-41E2C838F75C}" srcOrd="2" destOrd="0" presId="urn:microsoft.com/office/officeart/2005/8/layout/vList2"/>
    <dgm:cxn modelId="{C1D15B13-9803-4FE8-8572-E09DDB600482}" type="presParOf" srcId="{86EC420F-8274-41B0-923C-0759F3653FAC}" destId="{B565D1A1-4FCC-46DA-8C49-2D4E229E98D3}" srcOrd="3" destOrd="0" presId="urn:microsoft.com/office/officeart/2005/8/layout/vList2"/>
    <dgm:cxn modelId="{784A1784-1BC3-486F-ADD7-30235037DFE3}" type="presParOf" srcId="{86EC420F-8274-41B0-923C-0759F3653FAC}" destId="{699C2311-C916-49EF-9445-3E57C3B390EC}" srcOrd="4" destOrd="0" presId="urn:microsoft.com/office/officeart/2005/8/layout/vList2"/>
    <dgm:cxn modelId="{4C71C349-9D33-4021-9C46-A3F6A793F23B}" type="presParOf" srcId="{86EC420F-8274-41B0-923C-0759F3653FAC}" destId="{2EDB6565-3B21-4D30-B820-B6A733E94C6D}" srcOrd="5" destOrd="0" presId="urn:microsoft.com/office/officeart/2005/8/layout/vList2"/>
    <dgm:cxn modelId="{A8BC2E0A-9359-4F5F-A298-884006F94E41}" type="presParOf" srcId="{86EC420F-8274-41B0-923C-0759F3653FAC}" destId="{DB851774-AC00-4F2F-A770-376692617FF7}" srcOrd="6" destOrd="0" presId="urn:microsoft.com/office/officeart/2005/8/layout/vList2"/>
    <dgm:cxn modelId="{22AED0BF-7673-4CEA-AF16-3DA7F42D726C}" type="presParOf" srcId="{86EC420F-8274-41B0-923C-0759F3653FAC}" destId="{99E536FD-9DF2-46A7-97C1-862AD0661955}" srcOrd="7" destOrd="0" presId="urn:microsoft.com/office/officeart/2005/8/layout/vList2"/>
    <dgm:cxn modelId="{53ECFDD0-E7C5-47DD-8FFF-3DB36B337E34}" type="presParOf" srcId="{86EC420F-8274-41B0-923C-0759F3653FAC}" destId="{BABDCDE2-B387-4598-B761-6E177385317D}" srcOrd="8" destOrd="0" presId="urn:microsoft.com/office/officeart/2005/8/layout/vList2"/>
    <dgm:cxn modelId="{6DBB6B67-7187-4620-9491-3275FE082C89}" type="presParOf" srcId="{86EC420F-8274-41B0-923C-0759F3653FAC}" destId="{3D18D3AD-079F-4B9B-A984-9B6DE7D7212D}" srcOrd="9" destOrd="0" presId="urn:microsoft.com/office/officeart/2005/8/layout/vList2"/>
    <dgm:cxn modelId="{C2C2D689-0988-4AC2-8FF9-514CB2F3A5A0}" type="presParOf" srcId="{86EC420F-8274-41B0-923C-0759F3653FAC}" destId="{6E29E620-FDED-4011-8134-F6A9ED37C429}" srcOrd="10" destOrd="0" presId="urn:microsoft.com/office/officeart/2005/8/layout/vList2"/>
    <dgm:cxn modelId="{DA3A8DBF-E875-422E-A9F1-8EF4B419B25E}" type="presParOf" srcId="{86EC420F-8274-41B0-923C-0759F3653FAC}" destId="{3FFD1FC7-13DD-4DD9-9988-254F86855136}" srcOrd="11" destOrd="0" presId="urn:microsoft.com/office/officeart/2005/8/layout/vList2"/>
    <dgm:cxn modelId="{50DB36F4-BC48-4890-BCF5-AB5F5BC87263}" type="presParOf" srcId="{86EC420F-8274-41B0-923C-0759F3653FAC}" destId="{350AA740-5A10-4E28-A930-865648E15F8C}" srcOrd="12" destOrd="0" presId="urn:microsoft.com/office/officeart/2005/8/layout/vList2"/>
    <dgm:cxn modelId="{8036DE51-8171-4CCC-A2A9-56A323BF7FCB}" type="presParOf" srcId="{86EC420F-8274-41B0-923C-0759F3653FAC}" destId="{3B3F07B8-A36F-48EC-9229-8C83A5CE3C9E}" srcOrd="13" destOrd="0" presId="urn:microsoft.com/office/officeart/2005/8/layout/vList2"/>
    <dgm:cxn modelId="{D7F4CC65-8B6D-430A-A228-BACC1C9DE6EC}" type="presParOf" srcId="{86EC420F-8274-41B0-923C-0759F3653FAC}" destId="{A028AE90-2F8D-48E8-B19C-25BB649EA1D4}" srcOrd="14" destOrd="0" presId="urn:microsoft.com/office/officeart/2005/8/layout/vList2"/>
    <dgm:cxn modelId="{19D427BB-6E11-4B57-BD9D-EF61933613BC}" type="presParOf" srcId="{86EC420F-8274-41B0-923C-0759F3653FAC}" destId="{9ABE139D-9CE6-4F07-AC77-643B65728DF6}" srcOrd="15" destOrd="0" presId="urn:microsoft.com/office/officeart/2005/8/layout/vList2"/>
    <dgm:cxn modelId="{E0CBBF2A-EA9D-4611-9F47-1ED154C8B0C1}" type="presParOf" srcId="{86EC420F-8274-41B0-923C-0759F3653FAC}" destId="{B99256D8-A9ED-4276-B351-265AC393C61E}" srcOrd="16" destOrd="0" presId="urn:microsoft.com/office/officeart/2005/8/layout/vList2"/>
    <dgm:cxn modelId="{8C483B65-10A7-4657-B6F1-846B13F7C1F5}" type="presParOf" srcId="{86EC420F-8274-41B0-923C-0759F3653FAC}" destId="{B49464E9-ED8B-47B9-B533-B9F651F2B58C}" srcOrd="17" destOrd="0" presId="urn:microsoft.com/office/officeart/2005/8/layout/vList2"/>
    <dgm:cxn modelId="{83B67CB2-B64C-4EB6-9445-7555FAC84CCA}" type="presParOf" srcId="{86EC420F-8274-41B0-923C-0759F3653FAC}" destId="{1EFD75E1-4C13-416C-8885-D248F5364DC4}" srcOrd="18" destOrd="0" presId="urn:microsoft.com/office/officeart/2005/8/layout/vList2"/>
    <dgm:cxn modelId="{325636AC-D2B5-4EDB-B73E-77D07A3E6209}" type="presParOf" srcId="{86EC420F-8274-41B0-923C-0759F3653FAC}" destId="{BBB56022-FF8F-401F-B079-9F66E771F337}" srcOrd="19" destOrd="0" presId="urn:microsoft.com/office/officeart/2005/8/layout/vList2"/>
    <dgm:cxn modelId="{F90EC45B-5063-45F2-93E3-6E5D8BB3B066}" type="presParOf" srcId="{86EC420F-8274-41B0-923C-0759F3653FAC}" destId="{C325811E-83FF-41EA-AC72-FF7959E8EA3C}" srcOrd="20" destOrd="0" presId="urn:microsoft.com/office/officeart/2005/8/layout/vList2"/>
    <dgm:cxn modelId="{676AFDAD-1A48-4C39-B78C-2CBB9D0F1D2A}" type="presParOf" srcId="{86EC420F-8274-41B0-923C-0759F3653FAC}" destId="{EB25EC99-9560-4687-96A3-743E7EC5E982}" srcOrd="21" destOrd="0" presId="urn:microsoft.com/office/officeart/2005/8/layout/vList2"/>
    <dgm:cxn modelId="{C6F5A462-AEE0-4564-A195-21BEA6376DCB}" type="presParOf" srcId="{86EC420F-8274-41B0-923C-0759F3653FAC}" destId="{5F8D99A0-D15E-49D7-BF15-94E9B861DF27}" srcOrd="22" destOrd="0" presId="urn:microsoft.com/office/officeart/2005/8/layout/vList2"/>
    <dgm:cxn modelId="{D5744A70-D88A-438D-8B7E-D937DD85D808}" type="presParOf" srcId="{86EC420F-8274-41B0-923C-0759F3653FAC}" destId="{E1D8134F-721A-4126-BD64-BDDC31ACF94B}" srcOrd="23" destOrd="0" presId="urn:microsoft.com/office/officeart/2005/8/layout/vList2"/>
    <dgm:cxn modelId="{41B67BCD-F170-4184-95CB-41D894C2D23E}" type="presParOf" srcId="{86EC420F-8274-41B0-923C-0759F3653FAC}" destId="{272C3EAD-73CB-4076-AA07-5F1FBA0351B7}" srcOrd="24" destOrd="0" presId="urn:microsoft.com/office/officeart/2005/8/layout/vList2"/>
    <dgm:cxn modelId="{3B040738-B64B-4D0A-9146-0356A048D425}" type="presParOf" srcId="{86EC420F-8274-41B0-923C-0759F3653FAC}" destId="{C09F63CF-473E-4D23-AD5D-37B302E4ECF5}" srcOrd="25" destOrd="0" presId="urn:microsoft.com/office/officeart/2005/8/layout/vList2"/>
    <dgm:cxn modelId="{8A643D2E-BC0C-4FF7-9B6D-A33B9B931134}" type="presParOf" srcId="{86EC420F-8274-41B0-923C-0759F3653FAC}" destId="{41839579-8CBE-43C5-9272-417A606DC62C}" srcOrd="26" destOrd="0" presId="urn:microsoft.com/office/officeart/2005/8/layout/vList2"/>
    <dgm:cxn modelId="{94F74603-CCBC-40F0-B57C-A387C5A9A349}" type="presParOf" srcId="{86EC420F-8274-41B0-923C-0759F3653FAC}" destId="{06077AA3-F65A-4045-BAD3-9D5C7BFEB430}" srcOrd="27" destOrd="0" presId="urn:microsoft.com/office/officeart/2005/8/layout/vList2"/>
    <dgm:cxn modelId="{0841B5BC-12F0-4D1E-92D5-DF97E987A3FD}" type="presParOf" srcId="{86EC420F-8274-41B0-923C-0759F3653FAC}" destId="{E3064D77-6C94-4370-86BB-E6BDCA597190}" srcOrd="2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6791B-C732-4E01-B769-87CB8B8E74AC}">
      <dsp:nvSpPr>
        <dsp:cNvPr id="0" name=""/>
        <dsp:cNvSpPr/>
      </dsp:nvSpPr>
      <dsp:spPr>
        <a:xfrm>
          <a:off x="0" y="12693"/>
          <a:ext cx="6798539" cy="22113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GC Cycle 1:</a:t>
          </a:r>
          <a:endParaRPr lang="en-US" sz="900" kern="1200"/>
        </a:p>
      </dsp:txBody>
      <dsp:txXfrm>
        <a:off x="10795" y="23488"/>
        <a:ext cx="6776949" cy="199540"/>
      </dsp:txXfrm>
    </dsp:sp>
    <dsp:sp modelId="{6D3D15B1-D3F2-4C02-8324-41E2C838F75C}">
      <dsp:nvSpPr>
        <dsp:cNvPr id="0" name=""/>
        <dsp:cNvSpPr/>
      </dsp:nvSpPr>
      <dsp:spPr>
        <a:xfrm>
          <a:off x="0" y="259743"/>
          <a:ext cx="6798539" cy="22113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Root → A → B → C</a:t>
          </a:r>
          <a:endParaRPr lang="en-US" sz="900" kern="1200"/>
        </a:p>
      </dsp:txBody>
      <dsp:txXfrm>
        <a:off x="10795" y="270538"/>
        <a:ext cx="6776949" cy="199540"/>
      </dsp:txXfrm>
    </dsp:sp>
    <dsp:sp modelId="{699C2311-C916-49EF-9445-3E57C3B390EC}">
      <dsp:nvSpPr>
        <dsp:cNvPr id="0" name=""/>
        <dsp:cNvSpPr/>
      </dsp:nvSpPr>
      <dsp:spPr>
        <a:xfrm>
          <a:off x="0" y="506793"/>
          <a:ext cx="6798539" cy="22113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Application changes:</a:t>
          </a:r>
          <a:endParaRPr lang="en-US" sz="900" kern="1200"/>
        </a:p>
      </dsp:txBody>
      <dsp:txXfrm>
        <a:off x="10795" y="517588"/>
        <a:ext cx="6776949" cy="199540"/>
      </dsp:txXfrm>
    </dsp:sp>
    <dsp:sp modelId="{DB851774-AC00-4F2F-A770-376692617FF7}">
      <dsp:nvSpPr>
        <dsp:cNvPr id="0" name=""/>
        <dsp:cNvSpPr/>
      </dsp:nvSpPr>
      <dsp:spPr>
        <a:xfrm>
          <a:off x="0" y="753843"/>
          <a:ext cx="6798539" cy="2211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A → X</a:t>
          </a:r>
          <a:endParaRPr lang="en-US" sz="900" kern="1200"/>
        </a:p>
      </dsp:txBody>
      <dsp:txXfrm>
        <a:off x="10795" y="764638"/>
        <a:ext cx="6776949" cy="199540"/>
      </dsp:txXfrm>
    </dsp:sp>
    <dsp:sp modelId="{BABDCDE2-B387-4598-B761-6E177385317D}">
      <dsp:nvSpPr>
        <dsp:cNvPr id="0" name=""/>
        <dsp:cNvSpPr/>
      </dsp:nvSpPr>
      <dsp:spPr>
        <a:xfrm>
          <a:off x="0" y="1000893"/>
          <a:ext cx="6798539" cy="22113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B,C become floating garbage</a:t>
          </a:r>
          <a:endParaRPr lang="en-US" sz="900" kern="1200"/>
        </a:p>
      </dsp:txBody>
      <dsp:txXfrm>
        <a:off x="10795" y="1011688"/>
        <a:ext cx="6776949" cy="199540"/>
      </dsp:txXfrm>
    </dsp:sp>
    <dsp:sp modelId="{6E29E620-FDED-4011-8134-F6A9ED37C429}">
      <dsp:nvSpPr>
        <dsp:cNvPr id="0" name=""/>
        <dsp:cNvSpPr/>
      </dsp:nvSpPr>
      <dsp:spPr>
        <a:xfrm>
          <a:off x="0" y="1247943"/>
          <a:ext cx="6798539" cy="22113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=============================================</a:t>
          </a:r>
          <a:endParaRPr lang="en-US" sz="900" kern="1200"/>
        </a:p>
      </dsp:txBody>
      <dsp:txXfrm>
        <a:off x="10795" y="1258738"/>
        <a:ext cx="6776949" cy="199540"/>
      </dsp:txXfrm>
    </dsp:sp>
    <dsp:sp modelId="{350AA740-5A10-4E28-A930-865648E15F8C}">
      <dsp:nvSpPr>
        <dsp:cNvPr id="0" name=""/>
        <dsp:cNvSpPr/>
      </dsp:nvSpPr>
      <dsp:spPr>
        <a:xfrm>
          <a:off x="0" y="1494993"/>
          <a:ext cx="6798539" cy="22113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GC Cycle 2:</a:t>
          </a:r>
          <a:endParaRPr lang="en-US" sz="900" kern="1200"/>
        </a:p>
      </dsp:txBody>
      <dsp:txXfrm>
        <a:off x="10795" y="1505788"/>
        <a:ext cx="6776949" cy="199540"/>
      </dsp:txXfrm>
    </dsp:sp>
    <dsp:sp modelId="{A028AE90-2F8D-48E8-B19C-25BB649EA1D4}">
      <dsp:nvSpPr>
        <dsp:cNvPr id="0" name=""/>
        <dsp:cNvSpPr/>
      </dsp:nvSpPr>
      <dsp:spPr>
        <a:xfrm>
          <a:off x="0" y="1742043"/>
          <a:ext cx="6798539" cy="22113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Root → A → X</a:t>
          </a:r>
          <a:endParaRPr lang="en-US" sz="900" kern="1200"/>
        </a:p>
      </dsp:txBody>
      <dsp:txXfrm>
        <a:off x="10795" y="1752838"/>
        <a:ext cx="6776949" cy="199540"/>
      </dsp:txXfrm>
    </dsp:sp>
    <dsp:sp modelId="{B99256D8-A9ED-4276-B351-265AC393C61E}">
      <dsp:nvSpPr>
        <dsp:cNvPr id="0" name=""/>
        <dsp:cNvSpPr/>
      </dsp:nvSpPr>
      <dsp:spPr>
        <a:xfrm>
          <a:off x="0" y="1989093"/>
          <a:ext cx="6798539" cy="2211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B,C reclaimed</a:t>
          </a:r>
          <a:endParaRPr lang="en-US" sz="900" kern="1200"/>
        </a:p>
      </dsp:txBody>
      <dsp:txXfrm>
        <a:off x="10795" y="1999888"/>
        <a:ext cx="6776949" cy="199540"/>
      </dsp:txXfrm>
    </dsp:sp>
    <dsp:sp modelId="{1EFD75E1-4C13-416C-8885-D248F5364DC4}">
      <dsp:nvSpPr>
        <dsp:cNvPr id="0" name=""/>
        <dsp:cNvSpPr/>
      </dsp:nvSpPr>
      <dsp:spPr>
        <a:xfrm>
          <a:off x="0" y="2236143"/>
          <a:ext cx="6798539" cy="22113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==================================Final Steps =======================================</a:t>
          </a:r>
          <a:endParaRPr lang="en-US" sz="900" kern="1200"/>
        </a:p>
      </dsp:txBody>
      <dsp:txXfrm>
        <a:off x="10795" y="2246938"/>
        <a:ext cx="6776949" cy="199540"/>
      </dsp:txXfrm>
    </dsp:sp>
    <dsp:sp modelId="{C325811E-83FF-41EA-AC72-FF7959E8EA3C}">
      <dsp:nvSpPr>
        <dsp:cNvPr id="0" name=""/>
        <dsp:cNvSpPr/>
      </dsp:nvSpPr>
      <dsp:spPr>
        <a:xfrm>
          <a:off x="0" y="2483193"/>
          <a:ext cx="6798539" cy="22113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1. Marking starts</a:t>
          </a:r>
        </a:p>
      </dsp:txBody>
      <dsp:txXfrm>
        <a:off x="10795" y="2493988"/>
        <a:ext cx="6776949" cy="199540"/>
      </dsp:txXfrm>
    </dsp:sp>
    <dsp:sp modelId="{5F8D99A0-D15E-49D7-BF15-94E9B861DF27}">
      <dsp:nvSpPr>
        <dsp:cNvPr id="0" name=""/>
        <dsp:cNvSpPr/>
      </dsp:nvSpPr>
      <dsp:spPr>
        <a:xfrm>
          <a:off x="0" y="2730243"/>
          <a:ext cx="6798539" cy="22113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2. Heap snapshot logically established  STAB</a:t>
          </a:r>
        </a:p>
      </dsp:txBody>
      <dsp:txXfrm>
        <a:off x="10795" y="2741038"/>
        <a:ext cx="6776949" cy="199540"/>
      </dsp:txXfrm>
    </dsp:sp>
    <dsp:sp modelId="{272C3EAD-73CB-4076-AA07-5F1FBA0351B7}">
      <dsp:nvSpPr>
        <dsp:cNvPr id="0" name=""/>
        <dsp:cNvSpPr/>
      </dsp:nvSpPr>
      <dsp:spPr>
        <a:xfrm>
          <a:off x="0" y="2977293"/>
          <a:ext cx="6798539" cy="22113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3. Live/dead finalized</a:t>
          </a:r>
        </a:p>
      </dsp:txBody>
      <dsp:txXfrm>
        <a:off x="10795" y="2988088"/>
        <a:ext cx="6776949" cy="199540"/>
      </dsp:txXfrm>
    </dsp:sp>
    <dsp:sp modelId="{41839579-8CBE-43C5-9272-417A606DC62C}">
      <dsp:nvSpPr>
        <dsp:cNvPr id="0" name=""/>
        <dsp:cNvSpPr/>
      </dsp:nvSpPr>
      <dsp:spPr>
        <a:xfrm>
          <a:off x="0" y="3224343"/>
          <a:ext cx="6798539" cy="2211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4. Sweep reclaims only old dead objects</a:t>
          </a:r>
        </a:p>
      </dsp:txBody>
      <dsp:txXfrm>
        <a:off x="10795" y="3235138"/>
        <a:ext cx="6776949" cy="199540"/>
      </dsp:txXfrm>
    </dsp:sp>
    <dsp:sp modelId="{E3064D77-6C94-4370-86BB-E6BDCA597190}">
      <dsp:nvSpPr>
        <dsp:cNvPr id="0" name=""/>
        <dsp:cNvSpPr/>
      </dsp:nvSpPr>
      <dsp:spPr>
        <a:xfrm>
          <a:off x="0" y="3471393"/>
          <a:ext cx="6798539" cy="22113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5. New allocations belong to future cycles</a:t>
          </a:r>
        </a:p>
      </dsp:txBody>
      <dsp:txXfrm>
        <a:off x="10795" y="3482188"/>
        <a:ext cx="6776949" cy="199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90D5-52CD-7E72-57AD-DF43E6F89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228D6-742D-5165-D90F-946F18741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A78FE-96AA-E1C8-6165-1B66757C4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07243-7D5A-FCCE-472B-A59631EC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823EF-C5B2-BF51-592A-E45855C9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0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C15E-EB98-245F-FA1F-EE5A6D89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9783B-2BF1-7C54-E636-AF1150070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DFC8A-B1DB-2D44-4696-71F3444D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67CE7-6582-1477-7CFB-1DBCE3AB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25869-E427-13D0-A79C-EA3BEE65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478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10A59-ED27-15F8-D467-F183B02B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76F6E-1F36-A86E-C127-AABFB0AB5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B44A9-4A23-3113-7D94-B427A22CE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B4315-5569-865C-3A94-2655B462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3990D-CE45-3BA7-11CF-E0917790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9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8923-542D-D5D8-882D-D7CB5F01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E87AF-AE52-2CD8-24CC-4D81A2B39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14D61-D6F7-B232-4074-FDE99C24B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0614B-B689-0C78-CC45-5EBC8EA60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9AD2D-25E3-37EC-EE44-83002003E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30C23-5510-1B37-FA1A-4DD4B2C1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62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F568-B329-6542-3BEF-BAEE390ED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9C1B6-243D-28C8-3837-D223D9BB5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8B7F1-D5C6-D362-2517-259C20637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E1B8F-392C-7211-F594-AB006E834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E73163-3E24-3974-C612-291236281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C3F45-3B3E-B8E6-3F98-1E8B8A6A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ED7183-559D-2EDA-75F8-DAB8C74B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A84E1-E3CA-1CE9-64B0-0536CBE41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35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DB20B-127C-72A7-B27C-24DEAD2C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B94ACE-B2FD-60CE-D5C2-FA5A9345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7C4FE-33C2-A5AC-8DA7-FEB5FF7E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CF0CE-18FA-3670-A680-FEC09A6C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654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CB43BA-F342-4034-EA2F-F4BE3822F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B3748-F378-55C8-3BB5-6C3C17AF6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EDF8C-8ACA-01FF-D7AB-A78DDF13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851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D55A-8A83-C3BB-2025-B65D36F85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BA642-46EF-CD1E-6D81-20719AAC2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D0CF-B9ED-4CC5-15CA-935A02B4F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294D9-CCAA-BF20-205B-E76905B28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E4B6A-2E73-6CE4-E547-43B3C70C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586D5-ACC0-7B53-7788-F6CBBE4E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021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2C914-D216-4BFE-3BD0-8FAD7183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24977-5116-661A-6EFE-F37744ED1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8DEC8-279A-49C9-4451-4C110DB2B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13983-41EC-3175-8686-9C7CD2763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06392-E6D5-00C8-7651-19E6BB7DB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D75B4-B0B5-C619-E5C0-CBC81671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19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EA79-CCA8-38C7-8BF7-435F02B1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D6CA9-133B-0243-F48E-8CDF2DFBF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BB4DE-88DA-3147-4FBA-AE9610C7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9FACA-4155-11CE-575B-79EF15E5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3735D-EE2D-5EA1-1391-9C58A02E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428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9D4FE-2E91-44B5-7B9A-0556BE91F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D876F-A2D7-2849-23AB-3E92A0A9C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03429-2476-C72C-8667-3345383ED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E1125-9F64-64E9-6553-C2798474B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3DE95-11DE-3D73-A424-0158DB00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36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D5114-60C5-2156-D5A7-50DEE6868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64F1C-2567-4C5E-9E65-B342A8DFC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9D42E-6292-97DB-78B0-EF7BAC7A2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6CADB0-A913-4039-BAB1-F3BB99E7507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949E6-EDA8-5858-8F1E-C8310AF91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44FC4-3655-75F9-00D8-3B30DEAFA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8EFA7-D6D8-4810-880D-DD7EAD6D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62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08A35-0E9A-8FB8-5D24-DA406173D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GC  After java 8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F144543-3C34-8482-7752-779A48391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381936"/>
            <a:ext cx="5092127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600" b="1" u="sng" dirty="0">
                <a:solidFill>
                  <a:schemeClr val="tx1">
                    <a:alpha val="80000"/>
                  </a:schemeClr>
                </a:solidFill>
              </a:rPr>
              <a:t>1, After Java 8, Java GC evolved massively: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CMS got removed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G1 became default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ZGC and Shenandoah introduced ultra-low latency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Generational ZGC arrived in Java 21 </a:t>
            </a:r>
          </a:p>
          <a:p>
            <a:pPr algn="l"/>
            <a:r>
              <a:rPr lang="en-US" sz="1600" b="1" u="sng" dirty="0">
                <a:solidFill>
                  <a:schemeClr val="tx1">
                    <a:alpha val="80000"/>
                  </a:schemeClr>
                </a:solidFill>
              </a:rPr>
              <a:t>2. I’ll explain: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JVM memory model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Basic GC algorithms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Every important GC after Java 8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Internal working algorithms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STW pauses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Tradeoffs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When to use which GC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Real production recommendations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Diagrams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JVM flags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817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543829-FC0A-E877-4938-B9BA3EDE4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146737"/>
            <a:ext cx="10905066" cy="456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78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3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6E0CE6-B600-169D-DDC4-38D652653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43406"/>
            <a:ext cx="10905066" cy="417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5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760272-3D35-9CBF-1BF7-66E7F7A60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89102"/>
            <a:ext cx="10905066" cy="547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7A3A78-DC86-D975-A80F-B7B5ECFBD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8806" b="1"/>
          <a:stretch>
            <a:fillRect/>
          </a:stretch>
        </p:blipFill>
        <p:spPr>
          <a:xfrm>
            <a:off x="547545" y="547545"/>
            <a:ext cx="11088962" cy="576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84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69E9C0-64D0-2BBD-111E-4357B9888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0248" b="-1"/>
          <a:stretch>
            <a:fillRect/>
          </a:stretch>
        </p:blipFill>
        <p:spPr>
          <a:xfrm>
            <a:off x="547545" y="547545"/>
            <a:ext cx="11088962" cy="576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30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4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5B6D29-2142-35EB-7528-CB426729C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75471"/>
            <a:ext cx="10905066" cy="550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8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91161-DAED-C96F-BB91-BCD0913F5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7810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Application Running</a:t>
            </a:r>
          </a:p>
          <a:p>
            <a:r>
              <a:rPr lang="en-IN" dirty="0"/>
              <a:t>       │</a:t>
            </a:r>
          </a:p>
          <a:p>
            <a:r>
              <a:rPr lang="en-IN" dirty="0"/>
              <a:t>Initial Mark (pause)</a:t>
            </a:r>
          </a:p>
          <a:p>
            <a:r>
              <a:rPr lang="en-IN" dirty="0"/>
              <a:t>       │</a:t>
            </a:r>
          </a:p>
          <a:p>
            <a:r>
              <a:rPr lang="en-IN" dirty="0"/>
              <a:t>Concurrent Mark</a:t>
            </a:r>
          </a:p>
          <a:p>
            <a:r>
              <a:rPr lang="en-IN" dirty="0"/>
              <a:t>       │</a:t>
            </a:r>
          </a:p>
          <a:p>
            <a:r>
              <a:rPr lang="en-IN" dirty="0"/>
              <a:t>Remark (pause)</a:t>
            </a:r>
          </a:p>
          <a:p>
            <a:r>
              <a:rPr lang="en-IN" dirty="0"/>
              <a:t>       │</a:t>
            </a:r>
          </a:p>
          <a:p>
            <a:r>
              <a:rPr lang="en-IN" dirty="0"/>
              <a:t>Concurrent Sweep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F820D-4348-6C08-6857-912437BC4460}"/>
              </a:ext>
            </a:extLst>
          </p:cNvPr>
          <p:cNvSpPr txBox="1"/>
          <p:nvPr/>
        </p:nvSpPr>
        <p:spPr>
          <a:xfrm>
            <a:off x="575733" y="481186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https://www.logicbrace.com/2025/10/evolution-of-garbage-collection-in-java.html?utm_source=chatgpt.com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6602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FBAF6-E190-29A0-D4E6-67F18EB95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76" y="1112768"/>
            <a:ext cx="3874124" cy="1665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6873A6-FD97-C239-9331-6FFCC51F7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76" y="3606053"/>
            <a:ext cx="3874124" cy="2605348"/>
          </a:xfrm>
          <a:prstGeom prst="rect">
            <a:avLst/>
          </a:prstGeom>
        </p:spPr>
      </p:pic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58DED-1415-590F-C6C4-390F4DE4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rmAutofit/>
          </a:bodyPr>
          <a:lstStyle/>
          <a:p>
            <a:r>
              <a:rPr lang="en-US" sz="5400"/>
              <a:t>G1 GC </a:t>
            </a:r>
            <a:endParaRPr lang="en-IN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E02DE-7FE8-4C53-D8CB-F96705687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60" y="2998278"/>
            <a:ext cx="4505654" cy="2728198"/>
          </a:xfrm>
        </p:spPr>
        <p:txBody>
          <a:bodyPr anchor="t">
            <a:normAutofit/>
          </a:bodyPr>
          <a:lstStyle/>
          <a:p>
            <a:r>
              <a:rPr lang="en-US" sz="2400"/>
              <a:t>1. Initial Mark (STW)</a:t>
            </a:r>
          </a:p>
          <a:p>
            <a:r>
              <a:rPr lang="en-US" sz="2400"/>
              <a:t>2. Concurrent Mark</a:t>
            </a:r>
          </a:p>
          <a:p>
            <a:r>
              <a:rPr lang="en-US" sz="2400"/>
              <a:t>3. Remark (STW)</a:t>
            </a:r>
          </a:p>
          <a:p>
            <a:r>
              <a:rPr lang="en-US" sz="2400"/>
              <a:t>4. Cleanup</a:t>
            </a:r>
          </a:p>
          <a:p>
            <a:r>
              <a:rPr lang="en-US" sz="2400"/>
              <a:t>5. Evacuation/Copy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940162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210992-8E79-C590-9B93-F7393C84F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4315"/>
            <a:ext cx="11277600" cy="484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62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681C2-FBB8-A348-65E6-97B68C87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BA753-52B6-C626-933C-223E733B0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G1 GC (Garbage First)</a:t>
            </a:r>
          </a:p>
          <a:p>
            <a:r>
              <a:rPr lang="en-US" b="1" dirty="0"/>
              <a:t>Default since Java 9 </a:t>
            </a:r>
          </a:p>
          <a:p>
            <a:r>
              <a:rPr lang="en-US" dirty="0"/>
              <a:t>Most important collector today.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31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D19AB1-9D7F-26C8-1E43-B42EF9173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38" y="358274"/>
            <a:ext cx="10223095" cy="5926048"/>
          </a:xfrm>
          <a:prstGeom prst="rect">
            <a:avLst/>
          </a:prstGeom>
          <a:ln>
            <a:noFill/>
          </a:ln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21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C067DF0-2E68-2E1C-5E36-172A7B0B1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650" r="-2" b="-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66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48916-1442-11A7-656F-05E87A8C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-XX:MaxGCPauseMillis=200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8B5ACB-D8A3-30A9-E21A-9C7524E88085}"/>
              </a:ext>
            </a:extLst>
          </p:cNvPr>
          <p:cNvSpPr txBox="1"/>
          <p:nvPr/>
        </p:nvSpPr>
        <p:spPr>
          <a:xfrm>
            <a:off x="8456522" y="5633765"/>
            <a:ext cx="340855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-XX:+UseG1GC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8E6684-D459-3978-A480-0FE40DD70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037" y="390832"/>
            <a:ext cx="8142545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19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9F6A41-B3A1-F3A4-6095-6475D9886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43406"/>
            <a:ext cx="10905066" cy="417118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85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44E9F0-402A-DB3E-F8FC-10A9D703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2200"/>
              <a:t>Explanation of the – marking Phase </a:t>
            </a:r>
            <a:br>
              <a:rPr lang="en-US" sz="2200"/>
            </a:br>
            <a:r>
              <a:rPr lang="en-US" sz="2200"/>
              <a:t>Initial mark-root element marking not deeping it done avoid long pause </a:t>
            </a:r>
            <a:br>
              <a:rPr lang="en-US" sz="2200"/>
            </a:br>
            <a:r>
              <a:rPr lang="en-US" sz="2200"/>
              <a:t>concurrent Mark  - now deep marking start </a:t>
            </a:r>
            <a:br>
              <a:rPr lang="en-US" sz="2200"/>
            </a:br>
            <a:r>
              <a:rPr lang="en-US" sz="2200"/>
              <a:t>Remark – now STW final remarking.</a:t>
            </a:r>
            <a:endParaRPr lang="en-IN" sz="2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42E97-3B52-8BE3-5C86-80849EBB9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27" r="46127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4D02BF-5F42-DCA1-16EC-56EA47C6EC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8735859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4955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CA2F-4BC2-3E77-F333-CC15D4D30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AD66D9-E4D0-8318-67D2-218261C6B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930" y="2103749"/>
            <a:ext cx="8314140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406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B919AA-5838-C4E9-9486-A566C1EE8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588770"/>
            <a:ext cx="10905066" cy="3680459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43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9359</TotalTime>
  <Words>271</Words>
  <Application>Microsoft Office PowerPoint</Application>
  <PresentationFormat>Widescreen</PresentationFormat>
  <Paragraphs>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GC  After java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G1 GC </vt:lpstr>
      <vt:lpstr>PowerPoint Presentation</vt:lpstr>
      <vt:lpstr>PowerPoint Presentation</vt:lpstr>
      <vt:lpstr>PowerPoint Presentation</vt:lpstr>
      <vt:lpstr>PowerPoint Presentation</vt:lpstr>
      <vt:lpstr>-XX:MaxGCPauseMillis=200</vt:lpstr>
      <vt:lpstr>PowerPoint Presentation</vt:lpstr>
      <vt:lpstr>Explanation of the – marking Phase  Initial mark-root element marking not deeping it done avoid long pause  concurrent Mark  - now deep marking start  Remark – now STW final remarking.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Bhatt</dc:creator>
  <cp:lastModifiedBy>Naveen Bhatt</cp:lastModifiedBy>
  <cp:revision>2</cp:revision>
  <dcterms:created xsi:type="dcterms:W3CDTF">2026-05-20T07:37:16Z</dcterms:created>
  <dcterms:modified xsi:type="dcterms:W3CDTF">2026-06-02T06:42:44Z</dcterms:modified>
</cp:coreProperties>
</file>