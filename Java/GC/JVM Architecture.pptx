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png" ContentType="image/png"/>
  <Override PartName="/ppt/media/image8.jpeg" ContentType="image/jpeg"/>
  <Override PartName="/ppt/media/image7.jpeg" ContentType="image/jpeg"/>
  <Override PartName="/ppt/media/image9.jpeg" ContentType="image/jpeg"/>
  <Override PartName="/ppt/media/image10.jpeg" ContentType="image/jpeg"/>
  <Override PartName="/ppt/media/image11.jpeg" ContentType="image/jpeg"/>
  <Override PartName="/ppt/media/image12.jpeg" ContentType="image/jpeg"/>
  <Override PartName="/ppt/media/image13.jpeg" ContentType="image/jpeg"/>
  <Override PartName="/ppt/media/image14.jpeg" ContentType="image/jpeg"/>
  <Override PartName="/ppt/media/image15.jpeg" ContentType="image/jpeg"/>
  <Override PartName="/ppt/media/image16.jpeg" ContentType="image/jpeg"/>
  <Override PartName="/ppt/media/image17.png" ContentType="image/png"/>
  <Override PartName="/ppt/media/image18.jpeg" ContentType="image/jpeg"/>
  <Override PartName="/ppt/media/image19.jpeg" ContentType="image/jpeg"/>
  <Override PartName="/ppt/media/image20.jpeg" ContentType="image/jpeg"/>
  <Override PartName="/ppt/media/image21.jpeg" ContentType="image/jpeg"/>
  <Override PartName="/ppt/media/image22.jpeg" ContentType="image/jpeg"/>
  <Override PartName="/ppt/media/image23.jpeg" ContentType="image/jpeg"/>
  <Override PartName="/ppt/media/image24.png" ContentType="image/png"/>
  <Override PartName="/ppt/media/image25.svg" ContentType="image/sv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65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1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B11E3A-E963-4E42-B69C-F1E9E27E1A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9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30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1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340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095D44-7300-4D5C-9AD6-E8ECE0BFB523}" type="slidenum">
              <a: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45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46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47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366200" y="3632040"/>
            <a:ext cx="7224120" cy="38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4B9876-E7F4-4570-897A-9B4AD400A51C}" type="slidenum">
              <a: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TextBox 23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0" strike="noStrike" u="non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b="0" lang="en-IN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4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0" strike="noStrike" u="non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b="0" lang="en-IN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e 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64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65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66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77160" y="1932120"/>
            <a:ext cx="8596440" cy="259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dt" idx="1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ftr" idx="1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sldNum" idx="1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5711941-5137-4FD4-B136-9D368345B176}" type="slidenum">
              <a: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Name 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80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81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82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2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dt" idx="1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ftr" idx="1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6"/>
          <p:cNvSpPr>
            <a:spLocks noGrp="1"/>
          </p:cNvSpPr>
          <p:nvPr>
            <p:ph type="sldNum" idx="1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B0EFDB-82DE-435C-B87A-49E7DF24DAE2}" type="slidenum">
              <a: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TextBox 23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0" strike="noStrike" u="non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b="0" lang="en-IN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4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0" strike="noStrike" u="non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b="0" lang="en-IN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ue or Fal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99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00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01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587800" cy="302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2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dt" idx="1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ftr" idx="1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6"/>
          <p:cNvSpPr>
            <a:spLocks noGrp="1"/>
          </p:cNvSpPr>
          <p:nvPr>
            <p:ph type="sldNum" idx="1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E71742-ADBA-414D-BA54-2AE70FAC8083}" type="slidenum">
              <a: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16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17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18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6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b="0" lang="en-US" sz="12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b="0" lang="en-US" sz="12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dt" idx="19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ftr" idx="20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sldNum" idx="21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9F2C18-6CEE-4F5E-8008-9587B6EEB927}" type="slidenum">
              <a: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3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3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3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7967520" y="609480"/>
            <a:ext cx="1304280" cy="52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6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7059960" cy="52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b="0" lang="en-US" sz="12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b="0" lang="en-US" sz="12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dt" idx="22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ftr" idx="23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PlaceHolder 5"/>
          <p:cNvSpPr>
            <a:spLocks noGrp="1"/>
          </p:cNvSpPr>
          <p:nvPr>
            <p:ph type="sldNum" idx="24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607F6D-26A9-4AE5-AC82-15080413920B}" type="slidenum">
              <a: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48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49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50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6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b="0" lang="en-US" sz="12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b="0" lang="en-US" sz="12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dt" idx="25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ftr" idx="26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 type="sldNum" idx="27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FC2DD3-12C7-42A2-B4D1-659F36E7C739}" type="slidenum">
              <a: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64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65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66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77160" y="2700720"/>
            <a:ext cx="8596440" cy="182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40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86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dt" idx="28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ftr" idx="29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5"/>
          <p:cNvSpPr>
            <a:spLocks noGrp="1"/>
          </p:cNvSpPr>
          <p:nvPr>
            <p:ph type="sldNum" idx="30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8BD288-9B9C-4763-9E97-0324257D616E}" type="slidenum">
              <a: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80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81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82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6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b="0" lang="en-US" sz="12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b="0" lang="en-US" sz="12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body"/>
          </p:nvPr>
        </p:nvSpPr>
        <p:spPr>
          <a:xfrm>
            <a:off x="509004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b="0" lang="en-US" sz="12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b="0" lang="en-US" sz="12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dt" idx="3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 type="ftr" idx="3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PlaceHolder 6"/>
          <p:cNvSpPr>
            <a:spLocks noGrp="1"/>
          </p:cNvSpPr>
          <p:nvPr>
            <p:ph type="sldNum" idx="3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1551B8-7BB7-4B6A-B5E1-DE60AEA643C4}" type="slidenum">
              <a: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97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98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99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6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7572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2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body"/>
          </p:nvPr>
        </p:nvSpPr>
        <p:spPr>
          <a:xfrm>
            <a:off x="67572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b="0" lang="en-US" sz="12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b="0" lang="en-US" sz="12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 type="body"/>
          </p:nvPr>
        </p:nvSpPr>
        <p:spPr>
          <a:xfrm>
            <a:off x="508824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2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1" name="PlaceHolder 5"/>
          <p:cNvSpPr>
            <a:spLocks noGrp="1"/>
          </p:cNvSpPr>
          <p:nvPr>
            <p:ph type="body"/>
          </p:nvPr>
        </p:nvSpPr>
        <p:spPr>
          <a:xfrm>
            <a:off x="508824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b="0" lang="en-US" sz="12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b="0" lang="en-US" sz="12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2" name="PlaceHolder 6"/>
          <p:cNvSpPr>
            <a:spLocks noGrp="1"/>
          </p:cNvSpPr>
          <p:nvPr>
            <p:ph type="dt" idx="3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PlaceHolder 7"/>
          <p:cNvSpPr>
            <a:spLocks noGrp="1"/>
          </p:cNvSpPr>
          <p:nvPr>
            <p:ph type="ftr" idx="3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PlaceHolder 8"/>
          <p:cNvSpPr>
            <a:spLocks noGrp="1"/>
          </p:cNvSpPr>
          <p:nvPr>
            <p:ph type="sldNum" idx="3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CCFAD56-8A56-4030-B2D2-008DD3854E6A}" type="slidenum">
              <a: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35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36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37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5" name="PlaceHolder 1"/>
          <p:cNvSpPr>
            <a:spLocks noGrp="1"/>
          </p:cNvSpPr>
          <p:nvPr>
            <p:ph type="dt" idx="4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ftr" idx="4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4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8A1C8F-2AC5-4A0E-8835-95C94713BBED}" type="slidenum">
              <a: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49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50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51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677160" y="1498680"/>
            <a:ext cx="3854160" cy="127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4760640" y="514800"/>
            <a:ext cx="4513320" cy="552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b="0" lang="en-US" sz="12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b="0" lang="en-US" sz="12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677160" y="2777040"/>
            <a:ext cx="3854160" cy="258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dt" idx="4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PlaceHolder 5"/>
          <p:cNvSpPr>
            <a:spLocks noGrp="1"/>
          </p:cNvSpPr>
          <p:nvPr>
            <p:ph type="ftr" idx="4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PlaceHolder 6"/>
          <p:cNvSpPr>
            <a:spLocks noGrp="1"/>
          </p:cNvSpPr>
          <p:nvPr>
            <p:ph type="sldNum" idx="4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B55526-0561-4AC4-8B0C-97EA0B1E7339}" type="slidenum">
              <a: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66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67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68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677160" y="4800600"/>
            <a:ext cx="85964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24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8596440" cy="384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b="0" lang="en-US" sz="16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body"/>
          </p:nvPr>
        </p:nvSpPr>
        <p:spPr>
          <a:xfrm>
            <a:off x="677160" y="5367240"/>
            <a:ext cx="8596440" cy="67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b="0" lang="en-US" sz="12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79" name="PlaceHolder 4"/>
          <p:cNvSpPr>
            <a:spLocks noGrp="1"/>
          </p:cNvSpPr>
          <p:nvPr>
            <p:ph type="ftr" idx="46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PlaceHolder 5"/>
          <p:cNvSpPr>
            <a:spLocks noGrp="1"/>
          </p:cNvSpPr>
          <p:nvPr>
            <p:ph type="sldNum" idx="47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A12C30-D139-4409-8D51-19C403F019EB}" type="slidenum">
              <a: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PlaceHolder 6"/>
          <p:cNvSpPr>
            <a:spLocks noGrp="1"/>
          </p:cNvSpPr>
          <p:nvPr>
            <p:ph type="dt" idx="48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FA7C3B6F-03E2-490B-AAB4-E089775F3F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3B1BA34A-04FF-4434-ACDD-63D1A56B03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" name="Group 15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12" name="Freeform 14"/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3" name="Straight Connector 18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4" name="Straight Connector 19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Isosceles Triangle 2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Isosceles Triangle 2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06960" y="2404440"/>
            <a:ext cx="7766640" cy="164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r" defTabSz="457200">
              <a:lnSpc>
                <a:spcPct val="100000"/>
              </a:lnSpc>
              <a:buNone/>
            </a:pPr>
            <a:r>
              <a:rPr b="0" lang="en-US" sz="54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dt" idx="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68EB29F-5438-4040-B5A7-DD2270FE937F}" type="slidenum">
              <a: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24</a:t>
            </a:fld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16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17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18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6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dt" idx="3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ftr" idx="3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 type="sldNum" idx="3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88843A-5ACF-4CFB-8BDA-4F4E13908E07}" type="slidenum">
              <a:rPr b="0" lang="en-IN" sz="9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b="0" lang="en-US" sz="18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b="0" lang="en-US" sz="14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b="0" lang="en-US" sz="12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b="0" lang="en-US" sz="12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b="0" lang="en-US" sz="2000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  <p:sldLayoutId id="2147483667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16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6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16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16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16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16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svg"/><Relationship Id="rId3" Type="http://schemas.openxmlformats.org/officeDocument/2006/relationships/slideLayout" Target="../slideLayouts/slideLayout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roup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283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84" name="Straight Connector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85" name="Straight Connector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86" name="Rectangl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Rectangl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Isosceles Triangl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Rectangl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Rectangl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Rectangl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Isosceles Triangl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93" name="Picture 2" descr=""/>
          <p:cNvPicPr/>
          <p:nvPr/>
        </p:nvPicPr>
        <p:blipFill>
          <a:blip r:embed="rId1"/>
          <a:srcRect l="0" t="4615" r="0" b="17411"/>
          <a:stretch/>
        </p:blipFill>
        <p:spPr>
          <a:xfrm>
            <a:off x="986040" y="609480"/>
            <a:ext cx="8287560" cy="3634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roup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295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cxnSp>
          <p:nvCxnSpPr>
            <p:cNvPr id="296" name="Straight Connector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97" name="Straight Connector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98" name="Rectangl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299" name="Rectangl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00" name="Isosceles Triangl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01" name="Rectangl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02" name="Rectangl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03" name="Rectangl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04" name="Isosceles Triangl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</p:grpSp>
      <p:pic>
        <p:nvPicPr>
          <p:cNvPr id="305" name="Picture 2" descr=""/>
          <p:cNvPicPr/>
          <p:nvPr/>
        </p:nvPicPr>
        <p:blipFill>
          <a:blip r:embed="rId1"/>
          <a:srcRect l="0" t="8201" r="0" b="13824"/>
          <a:stretch/>
        </p:blipFill>
        <p:spPr>
          <a:xfrm>
            <a:off x="986040" y="609480"/>
            <a:ext cx="8287560" cy="3634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roup 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307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cxnSp>
          <p:nvCxnSpPr>
            <p:cNvPr id="308" name="Straight Connector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309" name="Straight Connector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10" name="Rectangl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11" name="Rectangl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12" name="Isosceles Triangl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13" name="Rectangl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14" name="Rectangl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15" name="Rectangl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16" name="Isosceles Triangl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</p:grpSp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986040" y="4553640"/>
            <a:ext cx="8287560" cy="109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8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 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pic>
        <p:nvPicPr>
          <p:cNvPr id="318" name="Picture 2" descr=""/>
          <p:cNvPicPr/>
          <p:nvPr/>
        </p:nvPicPr>
        <p:blipFill>
          <a:blip r:embed="rId1"/>
          <a:stretch/>
        </p:blipFill>
        <p:spPr>
          <a:xfrm>
            <a:off x="843840" y="97920"/>
            <a:ext cx="8334000" cy="529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roup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320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cxnSp>
          <p:nvCxnSpPr>
            <p:cNvPr id="321" name="Straight Connector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322" name="Straight Connector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23" name="Rectangl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24" name="Rectangl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25" name="Isosceles Triangl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26" name="Rectangl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27" name="Rectangl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28" name="Rectangl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29" name="Isosceles Triangl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</p:grpSp>
      <p:pic>
        <p:nvPicPr>
          <p:cNvPr id="330" name="Picture 2" descr=""/>
          <p:cNvPicPr/>
          <p:nvPr/>
        </p:nvPicPr>
        <p:blipFill>
          <a:blip r:embed="rId1"/>
          <a:stretch/>
        </p:blipFill>
        <p:spPr>
          <a:xfrm>
            <a:off x="1409760" y="196920"/>
            <a:ext cx="7957800" cy="5092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90000"/>
              </a:lnSpc>
              <a:buNone/>
            </a:pPr>
            <a:br>
              <a:rPr sz="1600"/>
            </a:br>
            <a:br>
              <a:rPr sz="1600"/>
            </a:br>
            <a:br>
              <a:rPr sz="1600"/>
            </a:br>
            <a:br>
              <a:rPr sz="1600"/>
            </a:br>
            <a:endParaRPr b="0" lang="en-US" sz="1600" strike="noStrike" u="non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36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How JVM instances are created and destroyed?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pic>
        <p:nvPicPr>
          <p:cNvPr id="333" name="Picture 2" descr=""/>
          <p:cNvPicPr/>
          <p:nvPr/>
        </p:nvPicPr>
        <p:blipFill>
          <a:blip r:embed="rId1"/>
          <a:stretch/>
        </p:blipFill>
        <p:spPr>
          <a:xfrm>
            <a:off x="0" y="548640"/>
            <a:ext cx="9500400" cy="559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roup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335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cxnSp>
          <p:nvCxnSpPr>
            <p:cNvPr id="336" name="Straight Connector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337" name="Straight Connector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38" name="Rectangl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39" name="Rectangl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40" name="Isosceles Triangl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41" name="Rectangl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42" name="Rectangl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43" name="Rectangl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44" name="Isosceles Triangl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</p:grpSp>
      <p:sp>
        <p:nvSpPr>
          <p:cNvPr id="345" name="Picture 2"/>
          <p:cNvSpPr/>
          <p:nvPr/>
        </p:nvSpPr>
        <p:spPr>
          <a:xfrm>
            <a:off x="677160" y="468720"/>
            <a:ext cx="8771040" cy="4320720"/>
          </a:xfrm>
          <a:custGeom>
            <a:avLst/>
            <a:gdLst>
              <a:gd name="textAreaLeft" fmla="*/ 0 w 8771040"/>
              <a:gd name="textAreaRight" fmla="*/ 8771400 w 8771040"/>
              <a:gd name="textAreaTop" fmla="*/ 0 h 4320720"/>
              <a:gd name="textAreaBottom" fmla="*/ 4321080 h 4320720"/>
            </a:gdLst>
            <a:ahLst/>
            <a:cxnLst/>
            <a:rect l="textAreaLeft" t="textAreaTop" r="textAreaRight" b="textAreaBottom"/>
            <a:pathLst>
              <a:path w="8274669" h="3635025">
                <a:moveTo>
                  <a:pt x="540554" y="0"/>
                </a:moveTo>
                <a:lnTo>
                  <a:pt x="8274669" y="0"/>
                </a:lnTo>
                <a:lnTo>
                  <a:pt x="8274669" y="3635025"/>
                </a:lnTo>
                <a:lnTo>
                  <a:pt x="0" y="3635025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 rot="12570600">
            <a:off x="1567440" y="-1621800"/>
            <a:ext cx="45000" cy="20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rebuchet MS"/>
              </a:rPr>
              <a:t>\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roup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348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cxnSp>
          <p:nvCxnSpPr>
            <p:cNvPr id="349" name="Straight Connector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350" name="Straight Connector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51" name="Rectangl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52" name="Rectangl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53" name="Isosceles Triangl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54" name="Rectangl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55" name="Rectangl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56" name="Rectangl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57" name="Isosceles Triangle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</p:grpSp>
      <p:pic>
        <p:nvPicPr>
          <p:cNvPr id="358" name="Picture 2" descr=""/>
          <p:cNvPicPr/>
          <p:nvPr/>
        </p:nvPicPr>
        <p:blipFill>
          <a:blip r:embed="rId1"/>
          <a:srcRect l="0" t="0" r="2" b="21904"/>
          <a:stretch/>
        </p:blipFill>
        <p:spPr>
          <a:xfrm>
            <a:off x="863640" y="732600"/>
            <a:ext cx="8736480" cy="4070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roup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360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cxnSp>
          <p:nvCxnSpPr>
            <p:cNvPr id="361" name="Straight Connector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362" name="Straight Connector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63" name="Rectangl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64" name="Rectangl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65" name="Isosceles Triangl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66" name="Rectangl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67" name="Rectangl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68" name="Rectangl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69" name="Isosceles Triangl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</p:grpSp>
      <p:pic>
        <p:nvPicPr>
          <p:cNvPr id="370" name="Picture 2" descr=""/>
          <p:cNvPicPr/>
          <p:nvPr/>
        </p:nvPicPr>
        <p:blipFill>
          <a:blip r:embed="rId1"/>
          <a:stretch/>
        </p:blipFill>
        <p:spPr>
          <a:xfrm>
            <a:off x="720000" y="619560"/>
            <a:ext cx="8703000" cy="496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1" name="Group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372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cxnSp>
          <p:nvCxnSpPr>
            <p:cNvPr id="373" name="Straight Connector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374" name="Straight Connector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75" name="Rectangl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76" name="Rectangl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77" name="Isosceles Triangl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78" name="Rectangl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79" name="Rectangl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80" name="Rectangl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81" name="Isosceles Triangl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</p:grpSp>
      <p:pic>
        <p:nvPicPr>
          <p:cNvPr id="382" name="Picture 2" descr=""/>
          <p:cNvPicPr/>
          <p:nvPr/>
        </p:nvPicPr>
        <p:blipFill>
          <a:blip r:embed="rId1"/>
          <a:stretch/>
        </p:blipFill>
        <p:spPr>
          <a:xfrm>
            <a:off x="1016640" y="849240"/>
            <a:ext cx="8486280" cy="5181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" name="Group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384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cxnSp>
          <p:nvCxnSpPr>
            <p:cNvPr id="385" name="Straight Connector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386" name="Straight Connector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87" name="Rectangl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88" name="Rectangl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89" name="Isosceles Triangl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90" name="Rectangl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91" name="Rectangl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92" name="Rectangl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393" name="Isosceles Triangl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</p:grpSp>
      <p:pic>
        <p:nvPicPr>
          <p:cNvPr id="394" name="Picture 2" descr=""/>
          <p:cNvPicPr/>
          <p:nvPr/>
        </p:nvPicPr>
        <p:blipFill>
          <a:blip r:embed="rId1"/>
          <a:stretch/>
        </p:blipFill>
        <p:spPr>
          <a:xfrm>
            <a:off x="863640" y="979560"/>
            <a:ext cx="8503920" cy="4710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" name="Group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396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cxnSp>
          <p:nvCxnSpPr>
            <p:cNvPr id="397" name="Straight Connector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398" name="Straight Connector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99" name="Rectangl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00" name="Rectangl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01" name="Isosceles Triangl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02" name="Rectangl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03" name="Rectangl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04" name="Rectangl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05" name="Isosceles Triangl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</p:grpSp>
      <p:pic>
        <p:nvPicPr>
          <p:cNvPr id="406" name="Picture 2" descr=""/>
          <p:cNvPicPr/>
          <p:nvPr/>
        </p:nvPicPr>
        <p:blipFill>
          <a:blip r:embed="rId1"/>
          <a:stretch/>
        </p:blipFill>
        <p:spPr>
          <a:xfrm>
            <a:off x="1016640" y="936000"/>
            <a:ext cx="8314200" cy="459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roup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408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cxnSp>
          <p:nvCxnSpPr>
            <p:cNvPr id="409" name="Straight Connector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410" name="Straight Connector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411" name="Rectangl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12" name="Rectangl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13" name="Isosceles Triangl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14" name="Rectangl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15" name="Rectangl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16" name="Rectangl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17" name="Isosceles Triangl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</p:grpSp>
      <p:pic>
        <p:nvPicPr>
          <p:cNvPr id="418" name="Picture 2" descr=""/>
          <p:cNvPicPr/>
          <p:nvPr/>
        </p:nvPicPr>
        <p:blipFill>
          <a:blip r:embed="rId1"/>
          <a:stretch/>
        </p:blipFill>
        <p:spPr>
          <a:xfrm>
            <a:off x="863640" y="750960"/>
            <a:ext cx="8198640" cy="5094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roup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420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cxnSp>
          <p:nvCxnSpPr>
            <p:cNvPr id="421" name="Straight Connector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422" name="Straight Connector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423" name="Rectangl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24" name="Rectangl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25" name="Isosceles Triangl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26" name="Rectangl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27" name="Rectangl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28" name="Rectangl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29" name="Isosceles Triangl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</p:grpSp>
      <p:pic>
        <p:nvPicPr>
          <p:cNvPr id="430" name="Picture 2" descr=""/>
          <p:cNvPicPr/>
          <p:nvPr/>
        </p:nvPicPr>
        <p:blipFill>
          <a:blip r:embed="rId1"/>
          <a:stretch/>
        </p:blipFill>
        <p:spPr>
          <a:xfrm>
            <a:off x="900000" y="849240"/>
            <a:ext cx="8548200" cy="4745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" name="Group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432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cxnSp>
          <p:nvCxnSpPr>
            <p:cNvPr id="433" name="Straight Connector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434" name="Straight Connector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435" name="Rectangl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36" name="Rectangl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37" name="Isosceles Triangl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38" name="Rectangl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39" name="Rectangl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40" name="Rectangl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41" name="Isosceles Triangl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</p:grpSp>
      <p:pic>
        <p:nvPicPr>
          <p:cNvPr id="442" name="Picture 2" descr=""/>
          <p:cNvPicPr/>
          <p:nvPr/>
        </p:nvPicPr>
        <p:blipFill>
          <a:blip r:embed="rId1"/>
          <a:stretch/>
        </p:blipFill>
        <p:spPr>
          <a:xfrm>
            <a:off x="1016640" y="860040"/>
            <a:ext cx="8583120" cy="468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roup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444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cxnSp>
          <p:nvCxnSpPr>
            <p:cNvPr id="445" name="Straight Connector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446" name="Straight Connector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447" name="Rectangl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48" name="Rectangl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49" name="Isosceles Triangl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50" name="Rectangl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51" name="Rectangl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52" name="Rectangl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53" name="Isosceles Triangl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</p:grpSp>
      <p:pic>
        <p:nvPicPr>
          <p:cNvPr id="454" name="Picture 2" descr=""/>
          <p:cNvPicPr/>
          <p:nvPr/>
        </p:nvPicPr>
        <p:blipFill>
          <a:blip r:embed="rId1"/>
          <a:stretch/>
        </p:blipFill>
        <p:spPr>
          <a:xfrm>
            <a:off x="783720" y="805680"/>
            <a:ext cx="8708040" cy="4408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Group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456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cxnSp>
          <p:nvCxnSpPr>
            <p:cNvPr id="457" name="Straight Connector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458" name="Straight Connector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459" name="Rectangl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60" name="Rectangl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61" name="Isosceles Triangl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62" name="Rectangl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63" name="Rectangl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64" name="Rectangl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65" name="Isosceles Triangl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</p:grpSp>
      <p:pic>
        <p:nvPicPr>
          <p:cNvPr id="466" name="Picture 2" descr=""/>
          <p:cNvPicPr/>
          <p:nvPr/>
        </p:nvPicPr>
        <p:blipFill>
          <a:blip r:embed="rId1"/>
          <a:stretch/>
        </p:blipFill>
        <p:spPr>
          <a:xfrm>
            <a:off x="863640" y="881640"/>
            <a:ext cx="8736480" cy="4343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" name="Group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468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cxnSp>
          <p:nvCxnSpPr>
            <p:cNvPr id="469" name="Straight Connector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470" name="Straight Connector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471" name="Rectangl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72" name="Rectangl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73" name="Isosceles Triangl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74" name="Rectangl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75" name="Rectangl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76" name="Rectangl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77" name="Isosceles Triangl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</p:grpSp>
      <p:sp>
        <p:nvSpPr>
          <p:cNvPr id="478" name="Picture 2"/>
          <p:cNvSpPr/>
          <p:nvPr/>
        </p:nvSpPr>
        <p:spPr>
          <a:xfrm>
            <a:off x="796320" y="806040"/>
            <a:ext cx="8803800" cy="3896280"/>
          </a:xfrm>
          <a:custGeom>
            <a:avLst/>
            <a:gdLst>
              <a:gd name="textAreaLeft" fmla="*/ 0 w 8803800"/>
              <a:gd name="textAreaRight" fmla="*/ 8804160 w 8803800"/>
              <a:gd name="textAreaTop" fmla="*/ 0 h 3896280"/>
              <a:gd name="textAreaBottom" fmla="*/ 3896640 h 3896280"/>
            </a:gdLst>
            <a:ahLst/>
            <a:cxnLst/>
            <a:rect l="textAreaLeft" t="textAreaTop" r="textAreaRight" b="textAreaBottom"/>
            <a:pathLst>
              <a:path w="8274669" h="3635025">
                <a:moveTo>
                  <a:pt x="540554" y="0"/>
                </a:moveTo>
                <a:lnTo>
                  <a:pt x="8274669" y="0"/>
                </a:lnTo>
                <a:lnTo>
                  <a:pt x="8274669" y="3635025"/>
                </a:lnTo>
                <a:lnTo>
                  <a:pt x="0" y="3635025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9" name="Group 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480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cxnSp>
          <p:nvCxnSpPr>
            <p:cNvPr id="481" name="Straight Connector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482" name="Straight Connector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483" name="Rectangl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84" name="Rectangl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85" name="Isosceles Triangl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86" name="Rectangl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87" name="Rectangl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88" name="Rectangl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89" name="Isosceles Triangl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</p:grpSp>
      <p:pic>
        <p:nvPicPr>
          <p:cNvPr id="490" name="Picture 2" descr=""/>
          <p:cNvPicPr/>
          <p:nvPr/>
        </p:nvPicPr>
        <p:blipFill>
          <a:blip r:embed="rId1"/>
          <a:stretch/>
        </p:blipFill>
        <p:spPr>
          <a:xfrm>
            <a:off x="900000" y="718560"/>
            <a:ext cx="8277840" cy="4560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roup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492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cxnSp>
          <p:nvCxnSpPr>
            <p:cNvPr id="493" name="Straight Connector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494" name="Straight Connector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495" name="Rectangl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96" name="Rectangl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97" name="Isosceles Triangl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98" name="Rectangl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499" name="Rectangl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00" name="Rectangl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01" name="Isosceles Triangl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</p:grpSp>
      <p:pic>
        <p:nvPicPr>
          <p:cNvPr id="502" name="Picture 2" descr=""/>
          <p:cNvPicPr/>
          <p:nvPr/>
        </p:nvPicPr>
        <p:blipFill>
          <a:blip r:embed="rId1"/>
          <a:stretch/>
        </p:blipFill>
        <p:spPr>
          <a:xfrm>
            <a:off x="900000" y="442080"/>
            <a:ext cx="8430840" cy="5348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roup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504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cxnSp>
          <p:nvCxnSpPr>
            <p:cNvPr id="505" name="Straight Connector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506" name="Straight Connector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507" name="Rectangl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08" name="Rectangl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09" name="Isosceles Triangle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10" name="Rectangl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11" name="Rectangl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12" name="Rectangl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13" name="Isosceles Triangle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</p:grpSp>
      <p:pic>
        <p:nvPicPr>
          <p:cNvPr id="514" name="Picture 2" descr=""/>
          <p:cNvPicPr/>
          <p:nvPr/>
        </p:nvPicPr>
        <p:blipFill>
          <a:blip r:embed="rId1"/>
          <a:stretch/>
        </p:blipFill>
        <p:spPr>
          <a:xfrm>
            <a:off x="1016640" y="442080"/>
            <a:ext cx="8350920" cy="5697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roup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516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cxnSp>
          <p:nvCxnSpPr>
            <p:cNvPr id="517" name="Straight Connector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518" name="Straight Connector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519" name="Rectangl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20" name="Rectangl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21" name="Isosceles Triangl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22" name="Rectangl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23" name="Rectangl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24" name="Rectangl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25" name="Isosceles Triangl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</p:grpSp>
      <p:pic>
        <p:nvPicPr>
          <p:cNvPr id="526" name="Picture 2" descr=""/>
          <p:cNvPicPr/>
          <p:nvPr/>
        </p:nvPicPr>
        <p:blipFill>
          <a:blip r:embed="rId1"/>
          <a:stretch/>
        </p:blipFill>
        <p:spPr>
          <a:xfrm>
            <a:off x="1016640" y="423720"/>
            <a:ext cx="8314200" cy="476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7" name="Group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528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cxnSp>
          <p:nvCxnSpPr>
            <p:cNvPr id="529" name="Straight Connector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530" name="Straight Connector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531" name="Rectangl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32" name="Rectangl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33" name="Isosceles Triangl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34" name="Rectangl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35" name="Rectangl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36" name="Rectangl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37" name="Isosceles Triangl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</p:grpSp>
      <p:pic>
        <p:nvPicPr>
          <p:cNvPr id="538" name="Picture 2" descr=""/>
          <p:cNvPicPr/>
          <p:nvPr/>
        </p:nvPicPr>
        <p:blipFill>
          <a:blip r:embed="rId1"/>
          <a:stretch/>
        </p:blipFill>
        <p:spPr>
          <a:xfrm>
            <a:off x="900000" y="459720"/>
            <a:ext cx="8277840" cy="4844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9" name="Group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540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cxnSp>
          <p:nvCxnSpPr>
            <p:cNvPr id="541" name="Straight Connector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542" name="Straight Connector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543" name="Rectangl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44" name="Rectangl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45" name="Isosceles Triangl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46" name="Rectangl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47" name="Rectangl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48" name="Rectangl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49" name="Isosceles Triangl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</p:grpSp>
      <p:pic>
        <p:nvPicPr>
          <p:cNvPr id="550" name="Picture 2" descr=""/>
          <p:cNvPicPr/>
          <p:nvPr/>
        </p:nvPicPr>
        <p:blipFill>
          <a:blip r:embed="rId1"/>
          <a:stretch/>
        </p:blipFill>
        <p:spPr>
          <a:xfrm>
            <a:off x="863640" y="577080"/>
            <a:ext cx="8736480" cy="473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roup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552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cxnSp>
          <p:nvCxnSpPr>
            <p:cNvPr id="553" name="Straight Connector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554" name="Straight Connector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555" name="Rectangl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56" name="Rectangl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57" name="Isosceles Triangle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58" name="Rectangl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59" name="Rectangl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60" name="Rectangl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  <p:sp>
          <p:nvSpPr>
            <p:cNvPr id="561" name="Isosceles Triangle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trike="noStrike" u="none">
                <a:solidFill>
                  <a:schemeClr val="lt1"/>
                </a:solidFill>
                <a:effectLst/>
                <a:uFillTx/>
                <a:latin typeface="Trebuchet MS"/>
              </a:endParaRPr>
            </a:p>
          </p:txBody>
        </p:sp>
      </p:grpSp>
      <p:sp>
        <p:nvSpPr>
          <p:cNvPr id="562" name="PlaceHolder 1"/>
          <p:cNvSpPr>
            <a:spLocks noGrp="1"/>
          </p:cNvSpPr>
          <p:nvPr>
            <p:ph type="title"/>
          </p:nvPr>
        </p:nvSpPr>
        <p:spPr>
          <a:xfrm>
            <a:off x="986040" y="4553640"/>
            <a:ext cx="8287560" cy="109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800" strike="noStrike" u="none">
                <a:solidFill>
                  <a:schemeClr val="accent1"/>
                </a:solidFill>
                <a:effectLst/>
                <a:uFillTx/>
                <a:latin typeface="Trebuchet MS"/>
              </a:rPr>
              <a:t>Thank you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pic>
        <p:nvPicPr>
          <p:cNvPr id="563" name="Graphic 5" descr="Handshake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480120" y="934200"/>
            <a:ext cx="3299040" cy="3299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10">
                                  <p:stCondLst>
                                    <p:cond delay="1000"/>
                                  </p:stCondLst>
                                  <p:iterate type="el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7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ntr" presetID="10">
                                  <p:stCondLst>
                                    <p:cond delay="500"/>
                                  </p:stCondLst>
                                  <p:iterate type="el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" dur="7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76</TotalTime>
  <Application>LibreOffice/25.2.6.1$Windows_X86_64 LibreOffice_project/13f8d05e475a6b6572cdd8fe3af1421c659c51c2</Application>
  <AppVersion>15.0000</AppVersion>
  <Words>60</Words>
  <Paragraphs>20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2026-03-29T11:20:13Z</dcterms:created>
  <dc:creator>Pallavi Megavath</dc:creator>
  <dc:description/>
  <dc:language>en-IN</dc:language>
  <cp:lastModifiedBy/>
  <dcterms:modified xsi:type="dcterms:W3CDTF">2026-03-30T11:01:16Z</dcterms:modified>
  <cp:revision>22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25</vt:i4>
  </property>
</Properties>
</file>