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70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B30DF25-0770-4A72-9BE8-69C437626D6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8"/>
            <p14:sldId id="270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AB8B4-FCB7-0F93-D580-DA91AA306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1518222"/>
            <a:ext cx="8229600" cy="4525963"/>
          </a:xfrm>
        </p:spPr>
        <p:txBody>
          <a:bodyPr/>
          <a:lstStyle/>
          <a:p>
            <a:r>
              <a:rPr lang="en-IN" dirty="0"/>
              <a:t>Stateless in Streams</a:t>
            </a:r>
          </a:p>
          <a:p>
            <a:r>
              <a:rPr lang="en-IN" dirty="0"/>
              <a:t>Stateful in Streams</a:t>
            </a:r>
          </a:p>
          <a:p>
            <a:r>
              <a:rPr lang="en-IN" dirty="0"/>
              <a:t>Exception Handling in Streams</a:t>
            </a:r>
          </a:p>
          <a:p>
            <a:r>
              <a:rPr lang="en-IN" dirty="0"/>
              <a:t>Predicate Chaining</a:t>
            </a:r>
          </a:p>
          <a:p>
            <a:r>
              <a:rPr lang="en-IN" dirty="0"/>
              <a:t>Effective Final</a:t>
            </a:r>
          </a:p>
          <a:p>
            <a:r>
              <a:rPr lang="en-IN" dirty="0"/>
              <a:t>Coding Interview questions</a:t>
            </a:r>
          </a:p>
          <a:p>
            <a:r>
              <a:rPr lang="en-IN" dirty="0"/>
              <a:t>Theory Interview Questions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Stateless in Streams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7592"/>
            <a:ext cx="8229600" cy="4818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Processing of each element does not depend on other elements in the stream.</a:t>
            </a:r>
            <a:br>
              <a:rPr lang="en-US" sz="2400" dirty="0"/>
            </a:br>
            <a:r>
              <a:rPr lang="en-US" sz="2400" dirty="0"/>
              <a:t>• Each element is handled independently without storing previous results.</a:t>
            </a:r>
            <a:br>
              <a:rPr lang="en-US" sz="2400" dirty="0"/>
            </a:br>
            <a:r>
              <a:rPr lang="en-US" sz="2400" dirty="0"/>
              <a:t>• These operations do not maintain any internal state.</a:t>
            </a:r>
            <a:br>
              <a:rPr lang="en-US" sz="2400" dirty="0"/>
            </a:br>
            <a:r>
              <a:rPr lang="en-US" sz="2400" dirty="0"/>
              <a:t>• Stateless operations work efficiently with parallel streams.</a:t>
            </a:r>
            <a:br>
              <a:rPr lang="en-US" sz="2400" dirty="0"/>
            </a:br>
            <a:r>
              <a:rPr lang="en-US" sz="2400" dirty="0"/>
              <a:t>• Common operations include</a:t>
            </a:r>
            <a:r>
              <a:rPr lang="en-US" sz="2400" b="1" dirty="0"/>
              <a:t> map(), filter(), </a:t>
            </a:r>
            <a:r>
              <a:rPr lang="en-US" sz="2400" b="1" dirty="0" err="1"/>
              <a:t>flatMap</a:t>
            </a:r>
            <a:r>
              <a:rPr lang="en-US" sz="2400" b="1" dirty="0"/>
              <a:t>(), and peek()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</a:t>
            </a:r>
            <a:r>
              <a:rPr lang="en-IN" dirty="0" err="1"/>
              <a:t>tateful</a:t>
            </a:r>
            <a:r>
              <a:rPr lang="en-IN" dirty="0"/>
              <a:t> in Streams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Processing of elements depends on previously processed elements or the entire stream.</a:t>
            </a:r>
            <a:br>
              <a:rPr lang="en-US" sz="2400" dirty="0"/>
            </a:br>
            <a:r>
              <a:rPr lang="en-US" sz="2400" dirty="0"/>
              <a:t>• These operations maintain internal state while processing data.</a:t>
            </a:r>
            <a:br>
              <a:rPr lang="en-US" sz="2400" dirty="0"/>
            </a:br>
            <a:r>
              <a:rPr lang="en-US" sz="2400" dirty="0"/>
              <a:t>• Stateful operations may reduce performance when using parallel streams.</a:t>
            </a:r>
            <a:br>
              <a:rPr lang="en-US" sz="2400" dirty="0"/>
            </a:br>
            <a:r>
              <a:rPr lang="en-US" sz="2400" dirty="0"/>
              <a:t>• Common operations include </a:t>
            </a:r>
            <a:r>
              <a:rPr lang="en-US" sz="2400" b="1" dirty="0"/>
              <a:t>sorted(), distinct(), limit(), and skip()</a:t>
            </a:r>
            <a:r>
              <a:rPr lang="en-US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 Handing in Streams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Java Streams do not handle checked exceptions directly inside lambda expressions.</a:t>
            </a:r>
            <a:br>
              <a:rPr lang="en-US" sz="2400" dirty="0"/>
            </a:br>
            <a:r>
              <a:rPr lang="en-US" sz="2400" dirty="0"/>
              <a:t>• Lambda expressions used in streams must follow functional interface method signatures.</a:t>
            </a:r>
            <a:br>
              <a:rPr lang="en-US" sz="2400" dirty="0"/>
            </a:br>
            <a:r>
              <a:rPr lang="en-US" sz="2400" dirty="0"/>
              <a:t>• Checked exceptions must be handled using try-catch blocks inside the lambda.</a:t>
            </a:r>
            <a:br>
              <a:rPr lang="en-US" sz="2400" dirty="0"/>
            </a:br>
            <a:r>
              <a:rPr lang="en-US" sz="2400" dirty="0"/>
              <a:t>• Unchecked exceptions (</a:t>
            </a:r>
            <a:r>
              <a:rPr lang="en-US" sz="2400" dirty="0" err="1"/>
              <a:t>RuntimeException</a:t>
            </a:r>
            <a:r>
              <a:rPr lang="en-US" sz="2400" dirty="0"/>
              <a:t>) can propagate normally in streams.</a:t>
            </a:r>
            <a:br>
              <a:rPr lang="en-US" sz="2400" dirty="0"/>
            </a:br>
            <a:r>
              <a:rPr lang="en-US" sz="2400" dirty="0"/>
              <a:t>• Exception handling in streams can affect readability and should be used carefully.</a:t>
            </a:r>
            <a:endParaRPr lang="en-I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Handle Exceptions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Using try-catch block inside lambda expression.</a:t>
            </a:r>
            <a:br>
              <a:rPr lang="en-US" sz="2400" dirty="0"/>
            </a:br>
            <a:r>
              <a:rPr lang="en-US" sz="2400" dirty="0"/>
              <a:t>• Creating helper methods to wrap exception handling logic.</a:t>
            </a:r>
            <a:br>
              <a:rPr lang="en-US" sz="2400" dirty="0"/>
            </a:br>
            <a:r>
              <a:rPr lang="en-US" sz="2400" dirty="0"/>
              <a:t>• Converting checked exceptions to unchecked exceptions.</a:t>
            </a:r>
            <a:br>
              <a:rPr lang="en-US" sz="2400" dirty="0"/>
            </a:br>
            <a:r>
              <a:rPr lang="en-US" sz="2400" dirty="0"/>
              <a:t>• Using custom functional interfaces for exception handling.</a:t>
            </a:r>
            <a:br>
              <a:rPr lang="en-US" sz="2400" dirty="0"/>
            </a:br>
            <a:r>
              <a:rPr lang="en-US" sz="2400" dirty="0"/>
              <a:t>• Using Optional or default values to handle errors gracefully.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 Chaining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Predicate chaining allows combining multiple conditions using and(), or(), and negate() methods.</a:t>
            </a:r>
            <a:br>
              <a:rPr lang="en-US" sz="2400" dirty="0"/>
            </a:br>
            <a:r>
              <a:rPr lang="en-US" sz="2400" dirty="0"/>
              <a:t>• It helps create complex filtering logic by joining multiple predicates together.</a:t>
            </a:r>
            <a:br>
              <a:rPr lang="en-US" sz="2400" dirty="0"/>
            </a:br>
            <a:r>
              <a:rPr lang="en-US" sz="2400" dirty="0"/>
              <a:t>• Commonly used in stream filtering operations to apply multiple conditions.</a:t>
            </a:r>
            <a:br>
              <a:rPr lang="en-US" sz="2400" dirty="0"/>
            </a:br>
            <a:r>
              <a:rPr lang="en-US" sz="2400" dirty="0"/>
              <a:t>• Methods available for chaining: and(), or(), negate().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Effective Final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A variable used inside a lambda expression must be </a:t>
            </a:r>
            <a:r>
              <a:rPr lang="en-US" sz="2400" b="1" dirty="0"/>
              <a:t>final or effectively final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• Effectively final means the variable value </a:t>
            </a:r>
            <a:r>
              <a:rPr lang="en-US" sz="2400" b="1" dirty="0"/>
              <a:t>is assigned once and not modified later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• If a variable is modified after assignment, it </a:t>
            </a:r>
            <a:r>
              <a:rPr lang="en-US" sz="2400" b="1" dirty="0"/>
              <a:t>cannot be used inside a lambda expression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• This restriction helps avoid concurrency issues and keeps lambda expressions simple.</a:t>
            </a:r>
            <a:br>
              <a:rPr lang="en-US" sz="2400" dirty="0"/>
            </a:br>
            <a:r>
              <a:rPr lang="en-US" sz="2400" dirty="0"/>
              <a:t>• Lambda expressions can only read local variables, not modify them.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Important </a:t>
            </a:r>
            <a:r>
              <a:rPr lang="en-IN" dirty="0"/>
              <a:t>Stream Coding </a:t>
            </a:r>
            <a:r>
              <a:rPr dirty="0"/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Write a stream program to convert a list of strings to integers and handle invalid numbers.</a:t>
            </a:r>
            <a:br>
              <a:rPr lang="en-US" sz="2400" dirty="0"/>
            </a:br>
            <a:r>
              <a:rPr lang="en-US" sz="2400" dirty="0"/>
              <a:t>• Write a stream pipeline that returns a default value when an exception occurs.</a:t>
            </a:r>
            <a:br>
              <a:rPr lang="en-US" sz="2400" dirty="0"/>
            </a:br>
            <a:r>
              <a:rPr lang="en-US" sz="2400" dirty="0"/>
              <a:t>• Convert a checked exception into an unchecked exception inside a stream operation.</a:t>
            </a:r>
          </a:p>
          <a:p>
            <a:pPr marL="0" indent="0">
              <a:buNone/>
            </a:pPr>
            <a:r>
              <a:rPr lang="en-US" sz="2400" dirty="0"/>
              <a:t>• Write a program to filter numbers greater than 10 and less than 50 using predicate chaining.</a:t>
            </a:r>
            <a:endParaRPr lang="en-IN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074C-C9CA-63CB-63CC-65BF5F9C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266C-3C6C-6EDB-4EB2-0A355A74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Interview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2FB92-4553-00B3-AC10-3D4A998AD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3312"/>
            <a:ext cx="8229600" cy="477285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• What are stateless and stateful operations in Java Streams?</a:t>
            </a:r>
            <a:br>
              <a:rPr lang="en-US" sz="2400" dirty="0"/>
            </a:br>
            <a:r>
              <a:rPr lang="en-US" sz="2400" dirty="0"/>
              <a:t>• What is the difference between stateless and stateful stream operations?</a:t>
            </a:r>
            <a:br>
              <a:rPr lang="en-US" sz="2400" dirty="0"/>
            </a:br>
            <a:r>
              <a:rPr lang="en-US" sz="2400" dirty="0"/>
              <a:t>• Why are stateless operations more suitable for parallel streams?</a:t>
            </a:r>
            <a:br>
              <a:rPr lang="en-US" sz="2400" dirty="0"/>
            </a:br>
            <a:r>
              <a:rPr lang="en-US" sz="2400" dirty="0"/>
              <a:t>• Why are operations like sorted() and distinct() considered stateful?</a:t>
            </a:r>
            <a:br>
              <a:rPr lang="en-US" sz="2400" dirty="0"/>
            </a:br>
            <a:r>
              <a:rPr lang="en-US" sz="2400" dirty="0"/>
              <a:t>• Why can't Java Streams directly throw checked exceptions?</a:t>
            </a:r>
            <a:br>
              <a:rPr lang="en-US" sz="2400" dirty="0"/>
            </a:br>
            <a:r>
              <a:rPr lang="en-US" sz="2400" dirty="0"/>
              <a:t>• What are different ways to handle exceptions inside stream operations?</a:t>
            </a:r>
            <a:br>
              <a:rPr lang="en-US" sz="2400" dirty="0"/>
            </a:br>
            <a:r>
              <a:rPr lang="en-US" sz="2400" dirty="0"/>
              <a:t>• What is Predicate chaining in Java 8?</a:t>
            </a:r>
            <a:br>
              <a:rPr lang="en-US" sz="2400" dirty="0"/>
            </a:br>
            <a:r>
              <a:rPr lang="en-US" sz="2400" dirty="0"/>
              <a:t>• What methods are used for Predicate chaining? </a:t>
            </a:r>
            <a:br>
              <a:rPr lang="en-US" sz="2400" dirty="0"/>
            </a:br>
            <a:r>
              <a:rPr lang="en-US" sz="2400" dirty="0"/>
              <a:t>• What is an effectively final variable in Java?</a:t>
            </a:r>
            <a:br>
              <a:rPr lang="en-US" sz="2400" dirty="0"/>
            </a:br>
            <a:r>
              <a:rPr lang="en-US" sz="2400" dirty="0"/>
              <a:t>• Why must variables used inside lambda expressions be effectively final?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05457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Official Java Stream API Documentation</a:t>
            </a:r>
          </a:p>
          <a:p>
            <a:r>
              <a:rPr lang="en-IN"/>
              <a:t>EPAM Dail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608</Words>
  <Application>Microsoft Office PowerPoint</Application>
  <PresentationFormat>On-screen Show (4:3)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AGENDA</vt:lpstr>
      <vt:lpstr>Stateless in Streams</vt:lpstr>
      <vt:lpstr>Stateful in Streams</vt:lpstr>
      <vt:lpstr>Exception Handing in Streams</vt:lpstr>
      <vt:lpstr>Ways To Handle Exceptions</vt:lpstr>
      <vt:lpstr>Predicate Chaining</vt:lpstr>
      <vt:lpstr>Effective Final</vt:lpstr>
      <vt:lpstr>Important Stream Coding Interview Questions</vt:lpstr>
      <vt:lpstr>Important Interview Questions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Krima Shah</dc:creator>
  <cp:keywords/>
  <dc:description>generated using python-pptx</dc:description>
  <cp:lastModifiedBy>Rakesh Vangara</cp:lastModifiedBy>
  <cp:revision>16</cp:revision>
  <dcterms:created xsi:type="dcterms:W3CDTF">2013-01-27T09:14:16Z</dcterms:created>
  <dcterms:modified xsi:type="dcterms:W3CDTF">2026-03-11T13:00:10Z</dcterms:modified>
  <cp:category/>
</cp:coreProperties>
</file>