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6" r:id="rId2"/>
    <p:sldId id="258" r:id="rId3"/>
    <p:sldId id="259" r:id="rId4"/>
    <p:sldId id="260" r:id="rId5"/>
    <p:sldId id="269" r:id="rId6"/>
    <p:sldId id="261" r:id="rId7"/>
    <p:sldId id="270" r:id="rId8"/>
    <p:sldId id="271" r:id="rId9"/>
    <p:sldId id="272" r:id="rId10"/>
    <p:sldId id="262" r:id="rId11"/>
    <p:sldId id="274" r:id="rId12"/>
    <p:sldId id="263" r:id="rId13"/>
    <p:sldId id="264" r:id="rId14"/>
    <p:sldId id="273" r:id="rId15"/>
    <p:sldId id="265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B037A-8BD5-18B7-3916-12F4A09E129C}" v="465" dt="2026-04-28T08:28:18.706"/>
    <p1510:client id="{61E6840D-285B-A473-291B-083A8E7ECCFC}" v="276" dt="2026-04-28T05:11:46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v Anand" userId="S::anubhav_anand@epam.com::8c1a40cc-cb1e-4d0b-94b5-d83c62602d59" providerId="AD" clId="Web-{52CB037A-8BD5-18B7-3916-12F4A09E129C}"/>
    <pc:docChg chg="addSld delSld modSld">
      <pc:chgData name="Anubhav Anand" userId="S::anubhav_anand@epam.com::8c1a40cc-cb1e-4d0b-94b5-d83c62602d59" providerId="AD" clId="Web-{52CB037A-8BD5-18B7-3916-12F4A09E129C}" dt="2026-04-28T08:28:18.706" v="497"/>
      <pc:docMkLst>
        <pc:docMk/>
      </pc:docMkLst>
      <pc:sldChg chg="mod setBg">
        <pc:chgData name="Anubhav Anand" userId="S::anubhav_anand@epam.com::8c1a40cc-cb1e-4d0b-94b5-d83c62602d59" providerId="AD" clId="Web-{52CB037A-8BD5-18B7-3916-12F4A09E129C}" dt="2026-04-28T08:28:17.800" v="482"/>
        <pc:sldMkLst>
          <pc:docMk/>
          <pc:sldMk cId="0" sldId="256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831" v="483"/>
        <pc:sldMkLst>
          <pc:docMk/>
          <pc:sldMk cId="0" sldId="258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863" v="484"/>
        <pc:sldMkLst>
          <pc:docMk/>
          <pc:sldMk cId="0" sldId="259"/>
        </pc:sldMkLst>
      </pc:sldChg>
      <pc:sldChg chg="mod setBg">
        <pc:chgData name="Anubhav Anand" userId="S::anubhav_anand@epam.com::8c1a40cc-cb1e-4d0b-94b5-d83c62602d59" providerId="AD" clId="Web-{52CB037A-8BD5-18B7-3916-12F4A09E129C}" dt="2026-04-28T08:28:17.910" v="485"/>
        <pc:sldMkLst>
          <pc:docMk/>
          <pc:sldMk cId="0" sldId="260"/>
        </pc:sldMkLst>
      </pc:sldChg>
      <pc:sldChg chg="addSp delSp modSp mod setBg">
        <pc:chgData name="Anubhav Anand" userId="S::anubhav_anand@epam.com::8c1a40cc-cb1e-4d0b-94b5-d83c62602d59" providerId="AD" clId="Web-{52CB037A-8BD5-18B7-3916-12F4A09E129C}" dt="2026-04-28T08:28:18.050" v="487"/>
        <pc:sldMkLst>
          <pc:docMk/>
          <pc:sldMk cId="0" sldId="261"/>
        </pc:sldMkLst>
        <pc:spChg chg="del">
          <ac:chgData name="Anubhav Anand" userId="S::anubhav_anand@epam.com::8c1a40cc-cb1e-4d0b-94b5-d83c62602d59" providerId="AD" clId="Web-{52CB037A-8BD5-18B7-3916-12F4A09E129C}" dt="2026-04-28T05:24:37.488" v="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ubhav Anand" userId="S::anubhav_anand@epam.com::8c1a40cc-cb1e-4d0b-94b5-d83c62602d59" providerId="AD" clId="Web-{52CB037A-8BD5-18B7-3916-12F4A09E129C}" dt="2026-04-28T06:47:10.777" v="478" actId="20577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5:24:42.816" v="91"/>
          <ac:spMkLst>
            <pc:docMk/>
            <pc:sldMk cId="0" sldId="261"/>
            <ac:spMk id="5" creationId="{6B52086C-2C05-4E9D-3F90-346E04C69762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10" v="491"/>
        <pc:sldMkLst>
          <pc:docMk/>
          <pc:sldMk cId="0" sldId="262"/>
        </pc:sldMkLst>
        <pc:spChg chg="mod">
          <ac:chgData name="Anubhav Anand" userId="S::anubhav_anand@epam.com::8c1a40cc-cb1e-4d0b-94b5-d83c62602d59" providerId="AD" clId="Web-{52CB037A-8BD5-18B7-3916-12F4A09E129C}" dt="2026-04-28T06:23:59.392" v="349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ubhav Anand" userId="S::anubhav_anand@epam.com::8c1a40cc-cb1e-4d0b-94b5-d83c62602d59" providerId="AD" clId="Web-{52CB037A-8BD5-18B7-3916-12F4A09E129C}" dt="2026-04-28T06:24:36.832" v="36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25" v="492"/>
        <pc:sldMkLst>
          <pc:docMk/>
          <pc:sldMk cId="0" sldId="263"/>
        </pc:sldMkLst>
        <pc:spChg chg="mod">
          <ac:chgData name="Anubhav Anand" userId="S::anubhav_anand@epam.com::8c1a40cc-cb1e-4d0b-94b5-d83c62602d59" providerId="AD" clId="Web-{52CB037A-8BD5-18B7-3916-12F4A09E129C}" dt="2026-04-28T06:36:54.488" v="45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 setBg">
        <pc:chgData name="Anubhav Anand" userId="S::anubhav_anand@epam.com::8c1a40cc-cb1e-4d0b-94b5-d83c62602d59" providerId="AD" clId="Web-{52CB037A-8BD5-18B7-3916-12F4A09E129C}" dt="2026-04-28T08:28:18.456" v="493"/>
        <pc:sldMkLst>
          <pc:docMk/>
          <pc:sldMk cId="0" sldId="264"/>
        </pc:sldMkLst>
        <pc:spChg chg="mod">
          <ac:chgData name="Anubhav Anand" userId="S::anubhav_anand@epam.com::8c1a40cc-cb1e-4d0b-94b5-d83c62602d59" providerId="AD" clId="Web-{52CB037A-8BD5-18B7-3916-12F4A09E129C}" dt="2026-04-28T06:03:25.148" v="23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ubhav Anand" userId="S::anubhav_anand@epam.com::8c1a40cc-cb1e-4d0b-94b5-d83c62602d59" providerId="AD" clId="Web-{52CB037A-8BD5-18B7-3916-12F4A09E129C}" dt="2026-04-28T06:03:32.946" v="237" actId="1076"/>
          <ac:spMkLst>
            <pc:docMk/>
            <pc:sldMk cId="0" sldId="264"/>
            <ac:spMk id="3" creationId="{00000000-0000-0000-0000-000000000000}"/>
          </ac:spMkLst>
        </pc:spChg>
      </pc:sldChg>
      <pc:sldChg chg="mod setBg">
        <pc:chgData name="Anubhav Anand" userId="S::anubhav_anand@epam.com::8c1a40cc-cb1e-4d0b-94b5-d83c62602d59" providerId="AD" clId="Web-{52CB037A-8BD5-18B7-3916-12F4A09E129C}" dt="2026-04-28T08:28:18.566" v="495"/>
        <pc:sldMkLst>
          <pc:docMk/>
          <pc:sldMk cId="0" sldId="265"/>
        </pc:sldMkLst>
      </pc:sldChg>
      <pc:sldChg chg="del">
        <pc:chgData name="Anubhav Anand" userId="S::anubhav_anand@epam.com::8c1a40cc-cb1e-4d0b-94b5-d83c62602d59" providerId="AD" clId="Web-{52CB037A-8BD5-18B7-3916-12F4A09E129C}" dt="2026-04-28T06:14:04.065" v="324"/>
        <pc:sldMkLst>
          <pc:docMk/>
          <pc:sldMk cId="0" sldId="266"/>
        </pc:sldMkLst>
      </pc:sldChg>
      <pc:sldChg chg="addSp delSp modSp mod setBg">
        <pc:chgData name="Anubhav Anand" userId="S::anubhav_anand@epam.com::8c1a40cc-cb1e-4d0b-94b5-d83c62602d59" providerId="AD" clId="Web-{52CB037A-8BD5-18B7-3916-12F4A09E129C}" dt="2026-04-28T08:28:18.628" v="496"/>
        <pc:sldMkLst>
          <pc:docMk/>
          <pc:sldMk cId="0" sldId="267"/>
        </pc:sldMkLst>
        <pc:spChg chg="del">
          <ac:chgData name="Anubhav Anand" userId="S::anubhav_anand@epam.com::8c1a40cc-cb1e-4d0b-94b5-d83c62602d59" providerId="AD" clId="Web-{52CB037A-8BD5-18B7-3916-12F4A09E129C}" dt="2026-04-28T06:14:24.659" v="326"/>
          <ac:spMkLst>
            <pc:docMk/>
            <pc:sldMk cId="0" sldId="267"/>
            <ac:spMk id="2" creationId="{00000000-0000-0000-0000-000000000000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6:14:29.535" v="327"/>
          <ac:spMkLst>
            <pc:docMk/>
            <pc:sldMk cId="0" sldId="267"/>
            <ac:spMk id="5" creationId="{7A8B560F-DD84-2CA1-86D0-B058129BF28B}"/>
          </ac:spMkLst>
        </pc:spChg>
        <pc:picChg chg="mod">
          <ac:chgData name="Anubhav Anand" userId="S::anubhav_anand@epam.com::8c1a40cc-cb1e-4d0b-94b5-d83c62602d59" providerId="AD" clId="Web-{52CB037A-8BD5-18B7-3916-12F4A09E129C}" dt="2026-04-28T06:14:56.770" v="333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del">
        <pc:chgData name="Anubhav Anand" userId="S::anubhav_anand@epam.com::8c1a40cc-cb1e-4d0b-94b5-d83c62602d59" providerId="AD" clId="Web-{52CB037A-8BD5-18B7-3916-12F4A09E129C}" dt="2026-04-28T06:16:31.123" v="334"/>
        <pc:sldMkLst>
          <pc:docMk/>
          <pc:sldMk cId="0" sldId="268"/>
        </pc:sldMkLst>
      </pc:sldChg>
      <pc:sldChg chg="modSp mod setBg">
        <pc:chgData name="Anubhav Anand" userId="S::anubhav_anand@epam.com::8c1a40cc-cb1e-4d0b-94b5-d83c62602d59" providerId="AD" clId="Web-{52CB037A-8BD5-18B7-3916-12F4A09E129C}" dt="2026-04-28T08:28:18.003" v="486"/>
        <pc:sldMkLst>
          <pc:docMk/>
          <pc:sldMk cId="3885548812" sldId="269"/>
        </pc:sldMkLst>
        <pc:spChg chg="mod">
          <ac:chgData name="Anubhav Anand" userId="S::anubhav_anand@epam.com::8c1a40cc-cb1e-4d0b-94b5-d83c62602d59" providerId="AD" clId="Web-{52CB037A-8BD5-18B7-3916-12F4A09E129C}" dt="2026-04-28T05:32:07.686" v="138" actId="20577"/>
          <ac:spMkLst>
            <pc:docMk/>
            <pc:sldMk cId="3885548812" sldId="269"/>
            <ac:spMk id="3" creationId="{03035D30-F293-9825-F881-E9DD7C12E5B3}"/>
          </ac:spMkLst>
        </pc:spChg>
      </pc:sldChg>
      <pc:sldChg chg="addSp delSp modSp new mod setBg">
        <pc:chgData name="Anubhav Anand" userId="S::anubhav_anand@epam.com::8c1a40cc-cb1e-4d0b-94b5-d83c62602d59" providerId="AD" clId="Web-{52CB037A-8BD5-18B7-3916-12F4A09E129C}" dt="2026-04-28T08:28:18.175" v="488"/>
        <pc:sldMkLst>
          <pc:docMk/>
          <pc:sldMk cId="3412801193" sldId="270"/>
        </pc:sldMkLst>
        <pc:spChg chg="del">
          <ac:chgData name="Anubhav Anand" userId="S::anubhav_anand@epam.com::8c1a40cc-cb1e-4d0b-94b5-d83c62602d59" providerId="AD" clId="Web-{52CB037A-8BD5-18B7-3916-12F4A09E129C}" dt="2026-04-28T05:39:44.769" v="161"/>
          <ac:spMkLst>
            <pc:docMk/>
            <pc:sldMk cId="3412801193" sldId="270"/>
            <ac:spMk id="2" creationId="{0D02E3B4-B5F1-6E79-4D95-15924AC188C0}"/>
          </ac:spMkLst>
        </pc:spChg>
        <pc:spChg chg="del">
          <ac:chgData name="Anubhav Anand" userId="S::anubhav_anand@epam.com::8c1a40cc-cb1e-4d0b-94b5-d83c62602d59" providerId="AD" clId="Web-{52CB037A-8BD5-18B7-3916-12F4A09E129C}" dt="2026-04-28T05:39:57.708" v="162"/>
          <ac:spMkLst>
            <pc:docMk/>
            <pc:sldMk cId="3412801193" sldId="270"/>
            <ac:spMk id="3" creationId="{5AC26FCA-7241-6994-C1CF-19B0D24FAE31}"/>
          </ac:spMkLst>
        </pc:spChg>
        <pc:picChg chg="add del mod">
          <ac:chgData name="Anubhav Anand" userId="S::anubhav_anand@epam.com::8c1a40cc-cb1e-4d0b-94b5-d83c62602d59" providerId="AD" clId="Web-{52CB037A-8BD5-18B7-3916-12F4A09E129C}" dt="2026-04-28T06:49:00.092" v="479"/>
          <ac:picMkLst>
            <pc:docMk/>
            <pc:sldMk cId="3412801193" sldId="270"/>
            <ac:picMk id="7" creationId="{626EE289-4AB7-5D60-7015-9B1FC40198DE}"/>
          </ac:picMkLst>
        </pc:picChg>
        <pc:picChg chg="add mod">
          <ac:chgData name="Anubhav Anand" userId="S::anubhav_anand@epam.com::8c1a40cc-cb1e-4d0b-94b5-d83c62602d59" providerId="AD" clId="Web-{52CB037A-8BD5-18B7-3916-12F4A09E129C}" dt="2026-04-28T06:49:06.201" v="481"/>
          <ac:picMkLst>
            <pc:docMk/>
            <pc:sldMk cId="3412801193" sldId="270"/>
            <ac:picMk id="8" creationId="{8DEBC0FE-57C6-A015-CE5D-271BDEC77544}"/>
          </ac:picMkLst>
        </pc:picChg>
      </pc:sldChg>
      <pc:sldChg chg="addSp delSp modSp new mod setBg">
        <pc:chgData name="Anubhav Anand" userId="S::anubhav_anand@epam.com::8c1a40cc-cb1e-4d0b-94b5-d83c62602d59" providerId="AD" clId="Web-{52CB037A-8BD5-18B7-3916-12F4A09E129C}" dt="2026-04-28T08:28:18.300" v="489"/>
        <pc:sldMkLst>
          <pc:docMk/>
          <pc:sldMk cId="3190205973" sldId="271"/>
        </pc:sldMkLst>
        <pc:spChg chg="del">
          <ac:chgData name="Anubhav Anand" userId="S::anubhav_anand@epam.com::8c1a40cc-cb1e-4d0b-94b5-d83c62602d59" providerId="AD" clId="Web-{52CB037A-8BD5-18B7-3916-12F4A09E129C}" dt="2026-04-28T05:42:03.647" v="171"/>
          <ac:spMkLst>
            <pc:docMk/>
            <pc:sldMk cId="3190205973" sldId="271"/>
            <ac:spMk id="2" creationId="{CBC58694-8E24-A5F9-5A2D-EE6FCA2FABDE}"/>
          </ac:spMkLst>
        </pc:spChg>
        <pc:spChg chg="del">
          <ac:chgData name="Anubhav Anand" userId="S::anubhav_anand@epam.com::8c1a40cc-cb1e-4d0b-94b5-d83c62602d59" providerId="AD" clId="Web-{52CB037A-8BD5-18B7-3916-12F4A09E129C}" dt="2026-04-28T05:42:12.116" v="172"/>
          <ac:spMkLst>
            <pc:docMk/>
            <pc:sldMk cId="3190205973" sldId="271"/>
            <ac:spMk id="3" creationId="{71B7F6E1-47D7-6FE0-081B-52DB2E82AB8C}"/>
          </ac:spMkLst>
        </pc:spChg>
        <pc:picChg chg="add mod">
          <ac:chgData name="Anubhav Anand" userId="S::anubhav_anand@epam.com::8c1a40cc-cb1e-4d0b-94b5-d83c62602d59" providerId="AD" clId="Web-{52CB037A-8BD5-18B7-3916-12F4A09E129C}" dt="2026-04-28T05:43:25.913" v="177" actId="1076"/>
          <ac:picMkLst>
            <pc:docMk/>
            <pc:sldMk cId="3190205973" sldId="271"/>
            <ac:picMk id="7" creationId="{00978FC8-09B8-A4A2-C692-F60A725A3434}"/>
          </ac:picMkLst>
        </pc:picChg>
      </pc:sldChg>
      <pc:sldChg chg="delSp modSp new mod setBg">
        <pc:chgData name="Anubhav Anand" userId="S::anubhav_anand@epam.com::8c1a40cc-cb1e-4d0b-94b5-d83c62602d59" providerId="AD" clId="Web-{52CB037A-8BD5-18B7-3916-12F4A09E129C}" dt="2026-04-28T08:28:18.378" v="490"/>
        <pc:sldMkLst>
          <pc:docMk/>
          <pc:sldMk cId="1840022656" sldId="272"/>
        </pc:sldMkLst>
        <pc:spChg chg="del mod">
          <ac:chgData name="Anubhav Anand" userId="S::anubhav_anand@epam.com::8c1a40cc-cb1e-4d0b-94b5-d83c62602d59" providerId="AD" clId="Web-{52CB037A-8BD5-18B7-3916-12F4A09E129C}" dt="2026-04-28T05:47:59.208" v="187"/>
          <ac:spMkLst>
            <pc:docMk/>
            <pc:sldMk cId="1840022656" sldId="272"/>
            <ac:spMk id="2" creationId="{3F436C35-95CF-826F-3CF8-E4B42242295D}"/>
          </ac:spMkLst>
        </pc:spChg>
        <pc:spChg chg="mod">
          <ac:chgData name="Anubhav Anand" userId="S::anubhav_anand@epam.com::8c1a40cc-cb1e-4d0b-94b5-d83c62602d59" providerId="AD" clId="Web-{52CB037A-8BD5-18B7-3916-12F4A09E129C}" dt="2026-04-28T05:51:57.378" v="219" actId="20577"/>
          <ac:spMkLst>
            <pc:docMk/>
            <pc:sldMk cId="1840022656" sldId="272"/>
            <ac:spMk id="3" creationId="{E3C0C859-0075-B8BA-3660-D90EFA355E85}"/>
          </ac:spMkLst>
        </pc:spChg>
      </pc:sldChg>
      <pc:sldChg chg="addSp delSp modSp new mod setBg modClrScheme chgLayout">
        <pc:chgData name="Anubhav Anand" userId="S::anubhav_anand@epam.com::8c1a40cc-cb1e-4d0b-94b5-d83c62602d59" providerId="AD" clId="Web-{52CB037A-8BD5-18B7-3916-12F4A09E129C}" dt="2026-04-28T08:28:18.550" v="494"/>
        <pc:sldMkLst>
          <pc:docMk/>
          <pc:sldMk cId="1794305046" sldId="273"/>
        </pc:sldMkLst>
        <pc:spChg chg="del">
          <ac:chgData name="Anubhav Anand" userId="S::anubhav_anand@epam.com::8c1a40cc-cb1e-4d0b-94b5-d83c62602d59" providerId="AD" clId="Web-{52CB037A-8BD5-18B7-3916-12F4A09E129C}" dt="2026-04-28T06:05:18.264" v="239"/>
          <ac:spMkLst>
            <pc:docMk/>
            <pc:sldMk cId="1794305046" sldId="273"/>
            <ac:spMk id="2" creationId="{A98072A2-AF73-6EF0-CB56-69D7E20D7CCA}"/>
          </ac:spMkLst>
        </pc:spChg>
        <pc:spChg chg="del">
          <ac:chgData name="Anubhav Anand" userId="S::anubhav_anand@epam.com::8c1a40cc-cb1e-4d0b-94b5-d83c62602d59" providerId="AD" clId="Web-{52CB037A-8BD5-18B7-3916-12F4A09E129C}" dt="2026-04-28T06:05:30.451" v="240"/>
          <ac:spMkLst>
            <pc:docMk/>
            <pc:sldMk cId="1794305046" sldId="273"/>
            <ac:spMk id="3" creationId="{4CD0D008-96DA-3713-E807-57C5FF6751EA}"/>
          </ac:spMkLst>
        </pc:spChg>
        <pc:spChg chg="mod ord modVis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4" creationId="{47EB9796-9510-901A-82DE-4679A6EDE922}"/>
          </ac:spMkLst>
        </pc:spChg>
        <pc:spChg chg="mod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5" creationId="{D40BF056-5C0F-306D-9D8A-D8D1F846C54F}"/>
          </ac:spMkLst>
        </pc:spChg>
        <pc:spChg chg="mod modVis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6" creationId="{9C1B889B-F2AE-4DF3-1361-860597EF366A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6:08:21.080" v="247"/>
          <ac:spMkLst>
            <pc:docMk/>
            <pc:sldMk cId="1794305046" sldId="273"/>
            <ac:spMk id="11" creationId="{3CEAF3D6-87E7-ECAA-9A4E-F9AD1FFAE57C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6:08:21.080" v="247"/>
          <ac:spMkLst>
            <pc:docMk/>
            <pc:sldMk cId="1794305046" sldId="273"/>
            <ac:spMk id="13" creationId="{D5265F0E-8236-6A68-43D3-E68234727142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6:08:21.080" v="247"/>
          <ac:spMkLst>
            <pc:docMk/>
            <pc:sldMk cId="1794305046" sldId="273"/>
            <ac:spMk id="15" creationId="{0CAF9664-8D37-6008-D015-808C68B1EAFF}"/>
          </ac:spMkLst>
        </pc:spChg>
        <pc:spChg chg="add del mod">
          <ac:chgData name="Anubhav Anand" userId="S::anubhav_anand@epam.com::8c1a40cc-cb1e-4d0b-94b5-d83c62602d59" providerId="AD" clId="Web-{52CB037A-8BD5-18B7-3916-12F4A09E129C}" dt="2026-04-28T06:08:21.080" v="247"/>
          <ac:spMkLst>
            <pc:docMk/>
            <pc:sldMk cId="1794305046" sldId="273"/>
            <ac:spMk id="17" creationId="{3018386F-7A8D-022B-F762-CC9E5C3626D2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3:17.203" v="323" actId="20577"/>
          <ac:spMkLst>
            <pc:docMk/>
            <pc:sldMk cId="1794305046" sldId="273"/>
            <ac:spMk id="19" creationId="{4743B5AD-B7AF-5192-EF69-A8C03CAA0441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08:41.706" v="266" actId="20577"/>
          <ac:spMkLst>
            <pc:docMk/>
            <pc:sldMk cId="1794305046" sldId="273"/>
            <ac:spMk id="20" creationId="{C5B4E2AA-EB58-DD23-DC27-BA7835AF66F8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2:55.732" v="321" actId="14100"/>
          <ac:spMkLst>
            <pc:docMk/>
            <pc:sldMk cId="1794305046" sldId="273"/>
            <ac:spMk id="21" creationId="{6D8813D3-911D-75AA-D303-76289E3CDA72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12:55.732" v="321" actId="14100"/>
          <ac:spMkLst>
            <pc:docMk/>
            <pc:sldMk cId="1794305046" sldId="273"/>
            <ac:spMk id="22" creationId="{BF16713C-8300-10B6-621D-8BD05AEB1D40}"/>
          </ac:spMkLst>
        </pc:spChg>
        <pc:spChg chg="add mod">
          <ac:chgData name="Anubhav Anand" userId="S::anubhav_anand@epam.com::8c1a40cc-cb1e-4d0b-94b5-d83c62602d59" providerId="AD" clId="Web-{52CB037A-8BD5-18B7-3916-12F4A09E129C}" dt="2026-04-28T06:08:21.096" v="248"/>
          <ac:spMkLst>
            <pc:docMk/>
            <pc:sldMk cId="1794305046" sldId="273"/>
            <ac:spMk id="23" creationId="{C4BF5356-F9C3-C6D2-9F62-71C785DA76E3}"/>
          </ac:spMkLst>
        </pc:spChg>
        <pc:picChg chg="add del mod ord">
          <ac:chgData name="Anubhav Anand" userId="S::anubhav_anand@epam.com::8c1a40cc-cb1e-4d0b-94b5-d83c62602d59" providerId="AD" clId="Web-{52CB037A-8BD5-18B7-3916-12F4A09E129C}" dt="2026-04-28T06:07:54.908" v="245"/>
          <ac:picMkLst>
            <pc:docMk/>
            <pc:sldMk cId="1794305046" sldId="273"/>
            <ac:picMk id="7" creationId="{07A40434-01B8-090E-51E9-49B1839482FC}"/>
          </ac:picMkLst>
        </pc:picChg>
      </pc:sldChg>
      <pc:sldChg chg="addSp modSp new mod setBg">
        <pc:chgData name="Anubhav Anand" userId="S::anubhav_anand@epam.com::8c1a40cc-cb1e-4d0b-94b5-d83c62602d59" providerId="AD" clId="Web-{52CB037A-8BD5-18B7-3916-12F4A09E129C}" dt="2026-04-28T08:28:18.706" v="497"/>
        <pc:sldMkLst>
          <pc:docMk/>
          <pc:sldMk cId="4031228917" sldId="274"/>
        </pc:sldMkLst>
        <pc:spChg chg="mod">
          <ac:chgData name="Anubhav Anand" userId="S::anubhav_anand@epam.com::8c1a40cc-cb1e-4d0b-94b5-d83c62602d59" providerId="AD" clId="Web-{52CB037A-8BD5-18B7-3916-12F4A09E129C}" dt="2026-04-28T06:31:25.081" v="440" actId="1076"/>
          <ac:spMkLst>
            <pc:docMk/>
            <pc:sldMk cId="4031228917" sldId="274"/>
            <ac:spMk id="2" creationId="{E877215E-CA8D-AE46-77F5-265AAC695A80}"/>
          </ac:spMkLst>
        </pc:spChg>
        <pc:spChg chg="mod">
          <ac:chgData name="Anubhav Anand" userId="S::anubhav_anand@epam.com::8c1a40cc-cb1e-4d0b-94b5-d83c62602d59" providerId="AD" clId="Web-{52CB037A-8BD5-18B7-3916-12F4A09E129C}" dt="2026-04-28T06:34:32.678" v="444" actId="14100"/>
          <ac:spMkLst>
            <pc:docMk/>
            <pc:sldMk cId="4031228917" sldId="274"/>
            <ac:spMk id="3" creationId="{EFA726E0-9CA5-05CA-C36C-268AC55C9D34}"/>
          </ac:spMkLst>
        </pc:spChg>
        <pc:picChg chg="add mod">
          <ac:chgData name="Anubhav Anand" userId="S::anubhav_anand@epam.com::8c1a40cc-cb1e-4d0b-94b5-d83c62602d59" providerId="AD" clId="Web-{52CB037A-8BD5-18B7-3916-12F4A09E129C}" dt="2026-04-28T06:36:29.754" v="448" actId="14100"/>
          <ac:picMkLst>
            <pc:docMk/>
            <pc:sldMk cId="4031228917" sldId="274"/>
            <ac:picMk id="7" creationId="{699C8B25-955F-3D43-39F0-36573DFED3A6}"/>
          </ac:picMkLst>
        </pc:picChg>
      </pc:sldChg>
    </pc:docChg>
  </pc:docChgLst>
  <pc:docChgLst>
    <pc:chgData name="Anubhav Anand" userId="S::anubhav_anand@epam.com::8c1a40cc-cb1e-4d0b-94b5-d83c62602d59" providerId="AD" clId="Web-{61E6840D-285B-A473-291B-083A8E7ECCFC}"/>
    <pc:docChg chg="mod addSld delSld modSld addMainMaster delMainMaster modMainMaster">
      <pc:chgData name="Anubhav Anand" userId="S::anubhav_anand@epam.com::8c1a40cc-cb1e-4d0b-94b5-d83c62602d59" providerId="AD" clId="Web-{61E6840D-285B-A473-291B-083A8E7ECCFC}" dt="2026-04-28T05:11:46.148" v="305" actId="20577"/>
      <pc:docMkLst>
        <pc:docMk/>
      </pc:docMkLst>
      <pc:sldChg chg="delSp 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6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Anubhav Anand" userId="S::anubhav_anand@epam.com::8c1a40cc-cb1e-4d0b-94b5-d83c62602d59" providerId="AD" clId="Web-{61E6840D-285B-A473-291B-083A8E7ECCFC}" dt="2026-04-27T11:41:43.629" v="1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Anubhav Anand" userId="S::anubhav_anand@epam.com::8c1a40cc-cb1e-4d0b-94b5-d83c62602d59" providerId="AD" clId="Web-{61E6840D-285B-A473-291B-083A8E7ECCFC}" dt="2026-04-27T11:41:50.551" v="2"/>
        <pc:sldMkLst>
          <pc:docMk/>
          <pc:sldMk cId="0" sldId="257"/>
        </pc:sldMkLst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8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8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59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59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5:09:56.881" v="280" actId="20577"/>
        <pc:sldMkLst>
          <pc:docMk/>
          <pc:sldMk cId="0" sldId="260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5:09:56.881" v="28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1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1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2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2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3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3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4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4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5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5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6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6"/>
            <ac:spMk id="3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7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7"/>
            <ac:spMk id="2" creationId="{00000000-0000-0000-0000-000000000000}"/>
          </ac:spMkLst>
        </pc:spChg>
      </pc:sldChg>
      <pc:sldChg chg="modSp mod setBg modClrScheme chgLayout">
        <pc:chgData name="Anubhav Anand" userId="S::anubhav_anand@epam.com::8c1a40cc-cb1e-4d0b-94b5-d83c62602d59" providerId="AD" clId="Web-{61E6840D-285B-A473-291B-083A8E7ECCFC}" dt="2026-04-28T04:56:01.944" v="130"/>
        <pc:sldMkLst>
          <pc:docMk/>
          <pc:sldMk cId="0" sldId="268"/>
        </pc:sldMkLst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6:01.944" v="130"/>
          <ac:spMkLst>
            <pc:docMk/>
            <pc:sldMk cId="0" sldId="268"/>
            <ac:spMk id="3" creationId="{00000000-0000-0000-0000-000000000000}"/>
          </ac:spMkLst>
        </pc:spChg>
      </pc:sldChg>
      <pc:sldChg chg="modSp new del mod setBg modClrScheme chgLayout">
        <pc:chgData name="Anubhav Anand" userId="S::anubhav_anand@epam.com::8c1a40cc-cb1e-4d0b-94b5-d83c62602d59" providerId="AD" clId="Web-{61E6840D-285B-A473-291B-083A8E7ECCFC}" dt="2026-04-28T04:53:58.911" v="104"/>
        <pc:sldMkLst>
          <pc:docMk/>
          <pc:sldMk cId="3330086849" sldId="269"/>
        </pc:sldMkLst>
        <pc:spChg chg="mod ord">
          <ac:chgData name="Anubhav Anand" userId="S::anubhav_anand@epam.com::8c1a40cc-cb1e-4d0b-94b5-d83c62602d59" providerId="AD" clId="Web-{61E6840D-285B-A473-291B-083A8E7ECCFC}" dt="2026-04-28T04:52:19.253" v="81"/>
          <ac:spMkLst>
            <pc:docMk/>
            <pc:sldMk cId="3330086849" sldId="269"/>
            <ac:spMk id="2" creationId="{B7F30A62-F807-AC0A-D958-D1CBE55ACFAC}"/>
          </ac:spMkLst>
        </pc:spChg>
        <pc:spChg chg="mod ord">
          <ac:chgData name="Anubhav Anand" userId="S::anubhav_anand@epam.com::8c1a40cc-cb1e-4d0b-94b5-d83c62602d59" providerId="AD" clId="Web-{61E6840D-285B-A473-291B-083A8E7ECCFC}" dt="2026-04-28T04:52:19.253" v="81"/>
          <ac:spMkLst>
            <pc:docMk/>
            <pc:sldMk cId="3330086849" sldId="269"/>
            <ac:spMk id="3" creationId="{C2884D10-4F50-C998-28E2-E702060453F3}"/>
          </ac:spMkLst>
        </pc:spChg>
      </pc:sldChg>
      <pc:sldChg chg="delSp modSp new">
        <pc:chgData name="Anubhav Anand" userId="S::anubhav_anand@epam.com::8c1a40cc-cb1e-4d0b-94b5-d83c62602d59" providerId="AD" clId="Web-{61E6840D-285B-A473-291B-083A8E7ECCFC}" dt="2026-04-28T05:11:46.148" v="305" actId="20577"/>
        <pc:sldMkLst>
          <pc:docMk/>
          <pc:sldMk cId="3885548812" sldId="269"/>
        </pc:sldMkLst>
        <pc:spChg chg="del">
          <ac:chgData name="Anubhav Anand" userId="S::anubhav_anand@epam.com::8c1a40cc-cb1e-4d0b-94b5-d83c62602d59" providerId="AD" clId="Web-{61E6840D-285B-A473-291B-083A8E7ECCFC}" dt="2026-04-28T05:00:36.471" v="139"/>
          <ac:spMkLst>
            <pc:docMk/>
            <pc:sldMk cId="3885548812" sldId="269"/>
            <ac:spMk id="2" creationId="{8878C706-06C0-CE3F-3424-B9F5708955D0}"/>
          </ac:spMkLst>
        </pc:spChg>
        <pc:spChg chg="mod">
          <ac:chgData name="Anubhav Anand" userId="S::anubhav_anand@epam.com::8c1a40cc-cb1e-4d0b-94b5-d83c62602d59" providerId="AD" clId="Web-{61E6840D-285B-A473-291B-083A8E7ECCFC}" dt="2026-04-28T05:11:46.148" v="305" actId="20577"/>
          <ac:spMkLst>
            <pc:docMk/>
            <pc:sldMk cId="3885548812" sldId="269"/>
            <ac:spMk id="3" creationId="{03035D30-F293-9825-F881-E9DD7C12E5B3}"/>
          </ac:spMkLst>
        </pc:spChg>
      </pc:sldChg>
      <pc:sldMasterChg chg="del mod setBg delSldLayout modSldLayout">
        <pc:chgData name="Anubhav Anand" userId="S::anubhav_anand@epam.com::8c1a40cc-cb1e-4d0b-94b5-d83c62602d59" providerId="AD" clId="Web-{61E6840D-285B-A473-291B-083A8E7ECCFC}" dt="2026-04-28T04:46:27.525" v="66"/>
        <pc:sldMasterMkLst>
          <pc:docMk/>
          <pc:sldMasterMk cId="2209977519" sldId="2147483648"/>
        </pc:sldMasterMkLst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 mod">
          <pc:chgData name="Anubhav Anand" userId="S::anubhav_anand@epam.com::8c1a40cc-cb1e-4d0b-94b5-d83c62602d59" providerId="AD" clId="Web-{61E6840D-285B-A473-291B-083A8E7ECCFC}" dt="2026-04-28T04:46:27.525" v="66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6:31.822" v="67"/>
        <pc:sldMasterMkLst>
          <pc:docMk/>
          <pc:sldMasterMk cId="249229256" sldId="2147483660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3560067639" sldId="214748366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3394543801" sldId="214748366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3207193981" sldId="214748366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2188817128" sldId="214748366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2272869765" sldId="214748366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241541791" sldId="214748366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3478073567" sldId="214748366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3480896068" sldId="214748366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4048259496" sldId="214748366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2580786257" sldId="214748367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1.822" v="67"/>
          <pc:sldLayoutMkLst>
            <pc:docMk/>
            <pc:sldMasterMk cId="249229256" sldId="2147483660"/>
            <pc:sldLayoutMk cId="1817541976" sldId="2147483671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6:35.870" v="68"/>
        <pc:sldMasterMkLst>
          <pc:docMk/>
          <pc:sldMasterMk cId="1237843014" sldId="2147483672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1340936892" sldId="214748367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3278485381" sldId="214748367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866996513" sldId="214748367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4151836303" sldId="214748367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3812098457" sldId="214748367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3960689345" sldId="214748367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1574851496" sldId="214748367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1671605321" sldId="214748368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1990544950" sldId="214748368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3267586941" sldId="214748368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35.870" v="68"/>
          <pc:sldLayoutMkLst>
            <pc:docMk/>
            <pc:sldMasterMk cId="1237843014" sldId="2147483672"/>
            <pc:sldLayoutMk cId="3086360611" sldId="2147483683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6:41.010" v="69"/>
        <pc:sldMasterMkLst>
          <pc:docMk/>
          <pc:sldMasterMk cId="3785167389" sldId="2147483684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3789459624" sldId="214748368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3851532485" sldId="214748368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2175666290" sldId="214748368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1244330445" sldId="214748368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2136716725" sldId="214748368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75780592" sldId="214748369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3369375547" sldId="214748369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1686476193" sldId="214748369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3862088589" sldId="214748369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3041412668" sldId="214748369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1.010" v="69"/>
          <pc:sldLayoutMkLst>
            <pc:docMk/>
            <pc:sldMasterMk cId="3785167389" sldId="2147483684"/>
            <pc:sldLayoutMk cId="2903638249" sldId="2147483695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6:44.229" v="70"/>
        <pc:sldMasterMkLst>
          <pc:docMk/>
          <pc:sldMasterMk cId="2314086756" sldId="2147483696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664460219" sldId="214748369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469881900" sldId="214748369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14399383" sldId="214748369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2648537476" sldId="214748370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309132524" sldId="214748370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1016865207" sldId="214748370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3265949897" sldId="214748370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3827166538" sldId="214748370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3211569268" sldId="214748370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549375326" sldId="214748370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44.229" v="70"/>
          <pc:sldLayoutMkLst>
            <pc:docMk/>
            <pc:sldMasterMk cId="2314086756" sldId="2147483696"/>
            <pc:sldLayoutMk cId="1326133874" sldId="2147483707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6:53.058" v="71"/>
        <pc:sldMasterMkLst>
          <pc:docMk/>
          <pc:sldMasterMk cId="1109488675" sldId="2147483708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532152311" sldId="214748370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3934056695" sldId="214748371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1180732640" sldId="214748371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2223079851" sldId="214748371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198571389" sldId="214748371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1130432745" sldId="214748371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2703013235" sldId="214748371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2969444235" sldId="214748371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4011687875" sldId="214748371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3608698426" sldId="214748371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6:53.058" v="71"/>
          <pc:sldLayoutMkLst>
            <pc:docMk/>
            <pc:sldMasterMk cId="1109488675" sldId="2147483708"/>
            <pc:sldLayoutMk cId="538599624" sldId="2147483719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7:33.918" v="72"/>
        <pc:sldMasterMkLst>
          <pc:docMk/>
          <pc:sldMasterMk cId="1440290101" sldId="2147483720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616106824" sldId="214748372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3604548454" sldId="214748372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4052675560" sldId="214748372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1059151763" sldId="214748372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1783225669" sldId="214748372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2681788804" sldId="214748372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3532059929" sldId="214748372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2364718591" sldId="214748372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3645853227" sldId="214748372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1084384934" sldId="214748373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7:33.918" v="72"/>
          <pc:sldLayoutMkLst>
            <pc:docMk/>
            <pc:sldMasterMk cId="1440290101" sldId="2147483720"/>
            <pc:sldLayoutMk cId="3763899405" sldId="2147483731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8:07.013" v="75"/>
        <pc:sldMasterMkLst>
          <pc:docMk/>
          <pc:sldMasterMk cId="3873836098" sldId="2147483732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3671410882" sldId="214748373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1858609811" sldId="214748373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958112741" sldId="214748373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2891904467" sldId="214748373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226359005" sldId="214748373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1831668407" sldId="214748373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432255998" sldId="214748373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3353208851" sldId="214748374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1211256469" sldId="214748374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2260185861" sldId="214748374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07.013" v="75"/>
          <pc:sldLayoutMkLst>
            <pc:docMk/>
            <pc:sldMasterMk cId="3873836098" sldId="2147483732"/>
            <pc:sldLayoutMk cId="1268185395" sldId="2147483743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8:15.373" v="76"/>
        <pc:sldMasterMkLst>
          <pc:docMk/>
          <pc:sldMasterMk cId="1221588704" sldId="2147483744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2747698510" sldId="214748374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852692140" sldId="214748374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3590066227" sldId="214748374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2090427917" sldId="214748374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3742128839" sldId="214748374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2584563054" sldId="214748375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1704960885" sldId="214748375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810122299" sldId="214748375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1057738476" sldId="214748375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2591514022" sldId="214748375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15.373" v="76"/>
          <pc:sldLayoutMkLst>
            <pc:docMk/>
            <pc:sldMasterMk cId="1221588704" sldId="2147483744"/>
            <pc:sldLayoutMk cId="1043348576" sldId="2147483755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8:26.764" v="77"/>
        <pc:sldMasterMkLst>
          <pc:docMk/>
          <pc:sldMasterMk cId="439068225" sldId="2147483756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3001497483" sldId="214748375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579769430" sldId="214748375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2337631116" sldId="214748375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3853194765" sldId="214748376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844949603" sldId="214748376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3438995743" sldId="214748376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454197124" sldId="214748376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1817170918" sldId="214748376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796195782" sldId="214748376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1501701665" sldId="214748376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2415749223" sldId="214748376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3355509588" sldId="214748376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4089838826" sldId="214748376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1376507331" sldId="214748377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2815447691" sldId="214748377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528561789" sldId="214748377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26.764" v="77"/>
          <pc:sldLayoutMkLst>
            <pc:docMk/>
            <pc:sldMasterMk cId="439068225" sldId="2147483756"/>
            <pc:sldLayoutMk cId="688450955" sldId="2147483773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8:56.249" v="78"/>
        <pc:sldMasterMkLst>
          <pc:docMk/>
          <pc:sldMasterMk cId="686290487" sldId="2147483774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741632711" sldId="214748377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574168448" sldId="214748377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336927131" sldId="214748377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3514120332" sldId="214748377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947822894" sldId="214748377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3935491315" sldId="214748378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1142063422" sldId="214748378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4246727815" sldId="214748378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2077906337" sldId="214748378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4043636542" sldId="214748378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8:56.249" v="78"/>
          <pc:sldLayoutMkLst>
            <pc:docMk/>
            <pc:sldMasterMk cId="686290487" sldId="2147483774"/>
            <pc:sldLayoutMk cId="3849770822" sldId="2147483785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9:00.968" v="79"/>
        <pc:sldMasterMkLst>
          <pc:docMk/>
          <pc:sldMasterMk cId="1715836557" sldId="2147483786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585405293" sldId="214748378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1663352778" sldId="214748378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3869333212" sldId="214748378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568655688" sldId="214748379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2705476951" sldId="214748379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2160667980" sldId="214748379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2492242771" sldId="214748379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455462165" sldId="214748379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2012229369" sldId="214748379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2645801374" sldId="214748379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00.968" v="79"/>
          <pc:sldLayoutMkLst>
            <pc:docMk/>
            <pc:sldMasterMk cId="1715836557" sldId="2147483786"/>
            <pc:sldLayoutMk cId="944250213" sldId="2147483797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49:13.656" v="80"/>
        <pc:sldMasterMkLst>
          <pc:docMk/>
          <pc:sldMasterMk cId="864564270" sldId="2147483798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2113018052" sldId="214748379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4089518686" sldId="214748380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3364406282" sldId="214748380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3149969501" sldId="214748380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614407496" sldId="214748380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3375644963" sldId="214748380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4183531849" sldId="214748380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269439529" sldId="214748380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325520847" sldId="214748380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279831198" sldId="214748380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3551524873" sldId="214748380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365917446" sldId="214748381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269454173" sldId="214748381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3695738199" sldId="214748381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1633754445" sldId="214748381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2492272440" sldId="214748381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49:13.656" v="80"/>
          <pc:sldLayoutMkLst>
            <pc:docMk/>
            <pc:sldMasterMk cId="864564270" sldId="2147483798"/>
            <pc:sldLayoutMk cId="2399146440" sldId="2147483815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52:19.253" v="81"/>
        <pc:sldMasterMkLst>
          <pc:docMk/>
          <pc:sldMasterMk cId="1741646628" sldId="2147483816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1495433998" sldId="214748381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937419911" sldId="214748381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474239725" sldId="214748381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111591705" sldId="214748382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2945088931" sldId="214748382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1424303695" sldId="214748382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3285557635" sldId="214748382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1194693067" sldId="214748382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602770785" sldId="214748382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3757823433" sldId="214748382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2:19.253" v="81"/>
          <pc:sldLayoutMkLst>
            <pc:docMk/>
            <pc:sldMasterMk cId="1741646628" sldId="2147483816"/>
            <pc:sldLayoutMk cId="1612022151" sldId="2147483827"/>
          </pc:sldLayoutMkLst>
        </pc:sldLayoutChg>
      </pc:sldMasterChg>
      <pc:sldMasterChg chg="add del mod setBg addSldLayout delSldLayout modSldLayout">
        <pc:chgData name="Anubhav Anand" userId="S::anubhav_anand@epam.com::8c1a40cc-cb1e-4d0b-94b5-d83c62602d59" providerId="AD" clId="Web-{61E6840D-285B-A473-291B-083A8E7ECCFC}" dt="2026-04-28T04:55:55.475" v="129"/>
        <pc:sldMasterMkLst>
          <pc:docMk/>
          <pc:sldMasterMk cId="904730411" sldId="2147483828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453026881" sldId="214748382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536269142" sldId="214748383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1794908737" sldId="214748383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2954720213" sldId="214748383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2906660728" sldId="214748383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3493422528" sldId="214748383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418281927" sldId="214748383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3405797723" sldId="214748383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785174556" sldId="214748383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3056605096" sldId="214748383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5:55.475" v="129"/>
          <pc:sldLayoutMkLst>
            <pc:docMk/>
            <pc:sldMasterMk cId="904730411" sldId="2147483828"/>
            <pc:sldLayoutMk cId="2786082139" sldId="2147483839"/>
          </pc:sldLayoutMkLst>
        </pc:sldLayoutChg>
      </pc:sldMasterChg>
      <pc:sldMasterChg chg="add del addSldLayout delSldLayout modSldLayout">
        <pc:chgData name="Anubhav Anand" userId="S::anubhav_anand@epam.com::8c1a40cc-cb1e-4d0b-94b5-d83c62602d59" providerId="AD" clId="Web-{61E6840D-285B-A473-291B-083A8E7ECCFC}" dt="2026-04-28T04:56:01.944" v="130"/>
        <pc:sldMasterMkLst>
          <pc:docMk/>
          <pc:sldMasterMk cId="1964321740" sldId="2147483840"/>
        </pc:sldMasterMkLst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2192289748" sldId="2147483841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3775240154" sldId="2147483842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2233262344" sldId="2147483843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640597062" sldId="2147483844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1893361364" sldId="2147483845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2443301642" sldId="2147483846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960314800" sldId="2147483847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1128194078" sldId="2147483848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1519257839" sldId="2147483849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3313918349" sldId="2147483850"/>
          </pc:sldLayoutMkLst>
        </pc:sldLayoutChg>
        <pc:sldLayoutChg chg="add del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964321740" sldId="2147483840"/>
            <pc:sldLayoutMk cId="1156508756" sldId="2147483851"/>
          </pc:sldLayoutMkLst>
        </pc:sldLayoutChg>
      </pc:sldMasterChg>
      <pc:sldMasterChg chg="add addSldLayout modSldLayout">
        <pc:chgData name="Anubhav Anand" userId="S::anubhav_anand@epam.com::8c1a40cc-cb1e-4d0b-94b5-d83c62602d59" providerId="AD" clId="Web-{61E6840D-285B-A473-291B-083A8E7ECCFC}" dt="2026-04-28T04:56:01.944" v="130"/>
        <pc:sldMasterMkLst>
          <pc:docMk/>
          <pc:sldMasterMk cId="1282756044" sldId="2147483852"/>
        </pc:sldMasterMkLst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768758876" sldId="2147483853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829156021" sldId="2147483854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532174455" sldId="2147483855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725351454" sldId="2147483856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120962094" sldId="2147483857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629204426" sldId="2147483858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708908718" sldId="2147483859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2992337947" sldId="2147483860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624075243" sldId="2147483861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1865779735" sldId="2147483862"/>
          </pc:sldLayoutMkLst>
        </pc:sldLayoutChg>
        <pc:sldLayoutChg chg="add mod replId">
          <pc:chgData name="Anubhav Anand" userId="S::anubhav_anand@epam.com::8c1a40cc-cb1e-4d0b-94b5-d83c62602d59" providerId="AD" clId="Web-{61E6840D-285B-A473-291B-083A8E7ECCFC}" dt="2026-04-28T04:56:01.944" v="130"/>
          <pc:sldLayoutMkLst>
            <pc:docMk/>
            <pc:sldMasterMk cId="1282756044" sldId="2147483852"/>
            <pc:sldLayoutMk cId="3296352461" sldId="21474838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1122363"/>
            <a:ext cx="5691116" cy="2621154"/>
          </a:xfrm>
        </p:spPr>
        <p:txBody>
          <a:bodyPr anchor="b">
            <a:normAutofit/>
          </a:bodyPr>
          <a:lstStyle>
            <a:lvl1pPr algn="ctr"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3843709"/>
            <a:ext cx="5691116" cy="1414091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5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553617"/>
            <a:ext cx="6204855" cy="4008859"/>
          </a:xfr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4589464"/>
            <a:ext cx="6204855" cy="1384617"/>
          </a:xfrm>
        </p:spPr>
        <p:txBody>
          <a:bodyPr anchor="b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17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5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7396"/>
            <a:ext cx="8059341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685735"/>
            <a:ext cx="386834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386895"/>
            <a:ext cx="3868340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5735"/>
            <a:ext cx="3887391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667" b="1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86895"/>
            <a:ext cx="3887392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62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0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90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553617"/>
            <a:ext cx="2696726" cy="1757505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553616"/>
            <a:ext cx="4709806" cy="5486400"/>
          </a:xfrm>
        </p:spPr>
        <p:txBody>
          <a:bodyPr>
            <a:normAutofit/>
          </a:bodyPr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2311122"/>
            <a:ext cx="2696726" cy="372889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3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557785"/>
            <a:ext cx="2696726" cy="2212313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657103"/>
            <a:ext cx="4862765" cy="5555904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826137"/>
            <a:ext cx="2689190" cy="3434638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7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8867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680899"/>
            <a:ext cx="78867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7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578497"/>
            <a:ext cx="1535278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578498"/>
            <a:ext cx="6597516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5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7990184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715532"/>
            <a:ext cx="7990184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6453003"/>
            <a:ext cx="2620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6453003"/>
            <a:ext cx="2104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6453003"/>
            <a:ext cx="3219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75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Microservices Design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9185"/>
            <a:ext cx="8229600" cy="500953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Microservices design principles are a set of guidelines for building systems as a collection of small, independent services, each focused on a specific </a:t>
            </a:r>
            <a:r>
              <a:rPr lang="en-US">
                <a:ea typeface="+mn-lt"/>
                <a:cs typeface="+mn-lt"/>
              </a:rPr>
              <a:t>business capability.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They emphasize loose coupling, high cohesion, and clear ownership of data and functionality.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These principles ensure services can be developed, deployed, and scaled independently.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They also promote resilience, fault isolation, and efficient communication between services.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Overall, they help manage the complexity of distributed systems while maintaining flexibility and reliability.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12529"/>
                </a:solidFill>
              </a:rPr>
              <a:t>Single </a:t>
            </a:r>
            <a:r>
              <a:rPr lang="en-US">
                <a:solidFill>
                  <a:srgbClr val="212529"/>
                </a:solidFill>
              </a:rPr>
              <a:t>Responsibility Principle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The Single Responsibility Principle (SRP) states that a service should have only one reason to change, meaning it </a:t>
            </a:r>
            <a:r>
              <a:rPr lang="en-US">
                <a:ea typeface="Calibri"/>
                <a:cs typeface="Calibri"/>
              </a:rPr>
              <a:t>should focus on a single business capability.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This principle ensures that each microservice is focused on a specific functionality, making it easier to understand, develop, and maintain.</a:t>
            </a: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Following SRP in Prac</a:t>
            </a:r>
            <a:r>
              <a:rPr lang="en-US" b="0">
                <a:ea typeface="+mj-lt"/>
                <a:cs typeface="+mj-lt"/>
              </a:rPr>
              <a:t>tice</a:t>
            </a:r>
            <a:endParaRPr lang="en-US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1302293"/>
            <a:ext cx="7990184" cy="50070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/>
              <a:t> Define service boundaries by business capability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 Start from domain, not code.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✅ </a:t>
            </a:r>
            <a:r>
              <a:rPr lang="en-US">
                <a:latin typeface="Consolas"/>
              </a:rPr>
              <a:t>Order Service</a:t>
            </a:r>
            <a:r>
              <a:rPr lang="en-US">
                <a:ea typeface="+mn-lt"/>
                <a:cs typeface="+mn-lt"/>
              </a:rPr>
              <a:t> → create/update/cancel orders 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✅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 → handle payments 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❌ One service doing orders + payments + notifications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2.</a:t>
            </a:r>
            <a:r>
              <a:rPr lang="en-US"/>
              <a:t>     Give each service a single reason to change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 Ask a simple test: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  “Why would I modify this service?”</a:t>
            </a:r>
            <a:endParaRPr lang="en-US"/>
          </a:p>
          <a:p>
            <a:pPr lvl="3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answers are multiple → it violates SRP </a:t>
            </a:r>
            <a:endParaRPr lang="en-US"/>
          </a:p>
          <a:p>
            <a:pPr lvl="3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Example: </a:t>
            </a:r>
            <a:endParaRPr lang="en-US"/>
          </a:p>
          <a:p>
            <a:pPr marL="1200150" lvl="3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Order logic change ❌ </a:t>
            </a:r>
            <a:endParaRPr lang="en-US"/>
          </a:p>
          <a:p>
            <a:pPr marL="1200150" lvl="3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Payment gateway change ❌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→ Split them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35D30-F293-9825-F881-E9DD7C12E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326348"/>
            <a:ext cx="7990184" cy="59830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3. </a:t>
            </a:r>
            <a:r>
              <a:rPr lang="en-US" sz="2400"/>
              <a:t>Keep data ownership aligned</a:t>
            </a:r>
          </a:p>
          <a:p>
            <a:pPr>
              <a:buNone/>
            </a:pPr>
            <a:r>
              <a:rPr lang="en-US" sz="2100"/>
              <a:t>  </a:t>
            </a:r>
            <a:r>
              <a:rPr lang="en-US" sz="1800"/>
              <a:t>SRP breaks instantly if data is shared.</a:t>
            </a:r>
          </a:p>
          <a:p>
            <a:pPr marL="971550" lvl="2" indent="-285750"/>
            <a:r>
              <a:rPr lang="en-US"/>
              <a:t>Each service owns its database/schema </a:t>
            </a:r>
          </a:p>
          <a:p>
            <a:pPr marL="971550" lvl="2" indent="-285750"/>
            <a:r>
              <a:rPr lang="en-US"/>
              <a:t>No cross-service table access </a:t>
            </a:r>
          </a:p>
          <a:p>
            <a:pPr marL="971550" lvl="3" indent="-285750"/>
            <a:r>
              <a:rPr lang="en-US" sz="1600"/>
              <a:t>Communicate via APIs/events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4.   </a:t>
            </a:r>
            <a:r>
              <a:rPr lang="en-US" sz="2400" dirty="0"/>
              <a:t>Avoid “utility” or “god” services</a:t>
            </a:r>
            <a:r>
              <a:rPr lang="en-US" sz="2800" dirty="0"/>
              <a:t>  </a:t>
            </a:r>
          </a:p>
          <a:p>
            <a:pPr lvl="2">
              <a:buNone/>
            </a:pPr>
            <a:r>
              <a:rPr lang="en-US">
                <a:ea typeface="+mn-lt"/>
                <a:cs typeface="+mn-lt"/>
              </a:rPr>
              <a:t>These are silent SRP killers.</a:t>
            </a:r>
            <a:endParaRPr lang="en-US"/>
          </a:p>
          <a:p>
            <a:pPr lvl="3" indent="-285750"/>
            <a:r>
              <a:rPr lang="en-US" sz="1600">
                <a:ea typeface="+mn-lt"/>
                <a:cs typeface="+mn-lt"/>
              </a:rPr>
              <a:t>❌ </a:t>
            </a:r>
            <a:r>
              <a:rPr lang="en-US" sz="1600">
                <a:latin typeface="Consolas"/>
              </a:rPr>
              <a:t>Common Service</a:t>
            </a:r>
            <a:r>
              <a:rPr lang="en-US" sz="1600">
                <a:ea typeface="+mn-lt"/>
                <a:cs typeface="+mn-lt"/>
              </a:rPr>
              <a:t> doing email + logging + validation </a:t>
            </a:r>
            <a:endParaRPr lang="en-US" sz="1600"/>
          </a:p>
          <a:p>
            <a:pPr lvl="3" indent="-285750"/>
            <a:r>
              <a:rPr lang="en-US" sz="1600">
                <a:ea typeface="+mn-lt"/>
                <a:cs typeface="+mn-lt"/>
              </a:rPr>
              <a:t>❌ </a:t>
            </a:r>
            <a:r>
              <a:rPr lang="en-US" sz="1600">
                <a:latin typeface="Consolas"/>
              </a:rPr>
              <a:t>User Service</a:t>
            </a:r>
            <a:r>
              <a:rPr lang="en-US" sz="1600">
                <a:ea typeface="+mn-lt"/>
                <a:cs typeface="+mn-lt"/>
              </a:rPr>
              <a:t> handling auth + profile + analytics </a:t>
            </a:r>
            <a:endParaRPr lang="en-US" sz="1600"/>
          </a:p>
          <a:p>
            <a:pPr indent="0">
              <a:buNone/>
            </a:pPr>
            <a:r>
              <a:rPr lang="en-US" sz="1600">
                <a:ea typeface="+mn-lt"/>
                <a:cs typeface="+mn-lt"/>
              </a:rPr>
              <a:t> Instead: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Auth Service 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Profile Service </a:t>
            </a:r>
            <a:endParaRPr lang="en-US" sz="160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Notification Service</a:t>
            </a:r>
          </a:p>
          <a:p>
            <a:pPr marL="0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4572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B5C83-D3EE-7DAD-7A4F-EB0CA799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6F0EC-78CE-41F5-85C7-36CAD5BB1E3E}" type="datetime1"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66A6-DB20-86C5-7373-AA8B4A2B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6A214-CAC4-E68C-9A76-F4BF8E23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54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431856"/>
            <a:ext cx="7990184" cy="5877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5. Keep APIs focused and minimal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  If your service exposes unrelated endpoints, it’s</a:t>
            </a:r>
            <a:r>
              <a:rPr lang="en-US">
                <a:ea typeface="+mn-lt"/>
                <a:cs typeface="+mn-lt"/>
              </a:rPr>
              <a:t> already drifting.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❌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createOrder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processPayment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sendEmail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✅ Only endpoints relevant to that service’s role</a:t>
            </a:r>
            <a:endParaRPr lang="en-US"/>
          </a:p>
          <a:p>
            <a:pPr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6. Watch for growth signals (when to split)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  Even a clean service can drift over time.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  Split when you see: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Too many APIs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Frequent unrelated changes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Multiple teams modifying same service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Complex conditional logic (“if payment type… if email type…”)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A5F4E-3775-B300-9750-AD53B6B7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D541-35DE-449B-852E-CC8198AC6D14}" type="datetime1"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3EBCD-44AE-7065-5D95-A505F3DF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A150-996A-FD0C-39BC-2B2EE554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Picture 7" descr="A screenshot of a black screen">
            <a:extLst>
              <a:ext uri="{FF2B5EF4-FFF2-40B4-BE49-F238E27FC236}">
                <a16:creationId xmlns:a16="http://schemas.microsoft.com/office/drawing/2014/main" id="{8DEBC0FE-57C6-A015-CE5D-271BDEC7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924"/>
            <a:ext cx="9144000" cy="59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0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A84FB-A038-D509-EA79-5E4F4503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C701F-ABCB-48E1-B9A8-8AAD409DE0B8}" type="datetime1"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6D0A-45FB-CEEA-2EF0-798E35FB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FF687-7C77-3888-A303-7E648292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78FC8-09B8-A4A2-C692-F60A725A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268"/>
            <a:ext cx="9144000" cy="497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0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C859-0075-B8BA-3660-D90EFA355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651663"/>
            <a:ext cx="7990184" cy="56576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212529"/>
                </a:solidFill>
              </a:rPr>
              <a:t>Advantages</a:t>
            </a:r>
            <a:r>
              <a:rPr lang="en-US" sz="2800" dirty="0">
                <a:solidFill>
                  <a:srgbClr val="212529"/>
                </a:solidFill>
              </a:rPr>
              <a:t> </a:t>
            </a:r>
            <a:r>
              <a:rPr lang="en-US" sz="2800" b="1">
                <a:solidFill>
                  <a:srgbClr val="212529"/>
                </a:solidFill>
              </a:rPr>
              <a:t>and</a:t>
            </a:r>
            <a:r>
              <a:rPr lang="en-US" sz="2800" dirty="0">
                <a:solidFill>
                  <a:srgbClr val="212529"/>
                </a:solidFill>
              </a:rPr>
              <a:t> </a:t>
            </a:r>
            <a:r>
              <a:rPr lang="en-US" sz="2800" b="1">
                <a:solidFill>
                  <a:srgbClr val="212529"/>
                </a:solidFill>
              </a:rPr>
              <a:t>Challenges</a:t>
            </a:r>
            <a:endParaRPr lang="en-US" sz="2800" b="1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rgbClr val="212529"/>
              </a:solidFill>
              <a:ea typeface="+mn-lt"/>
              <a:cs typeface="+mn-lt"/>
            </a:endParaRPr>
          </a:p>
          <a:p>
            <a:r>
              <a:rPr lang="en-US" sz="2400" b="1">
                <a:solidFill>
                  <a:srgbClr val="212529"/>
                </a:solidFill>
                <a:ea typeface="+mn-lt"/>
                <a:cs typeface="+mn-lt"/>
              </a:rPr>
              <a:t>Advantages: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solidFill>
                  <a:srgbClr val="212529"/>
                </a:solidFill>
                <a:ea typeface="+mn-lt"/>
                <a:cs typeface="+mn-lt"/>
              </a:rPr>
              <a:t>Clarity and Simplicity:</a:t>
            </a:r>
            <a:r>
              <a:rPr lang="en-US" sz="2000">
                <a:solidFill>
                  <a:srgbClr val="212529"/>
                </a:solidFill>
                <a:ea typeface="+mn-lt"/>
                <a:cs typeface="+mn-lt"/>
              </a:rPr>
              <a:t> Services with a single responsibility are easier to understand and manage.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Improved Maintainability: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Changes in one service do not impact others, reducing the risk of unintended side effects.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solidFill>
                  <a:srgbClr val="212529"/>
                </a:solidFill>
                <a:ea typeface="+mn-lt"/>
                <a:cs typeface="+mn-lt"/>
              </a:rPr>
              <a:t>Enhanced Testability:</a:t>
            </a:r>
            <a:r>
              <a:rPr lang="en-US" sz="2000">
                <a:solidFill>
                  <a:srgbClr val="212529"/>
                </a:solidFill>
                <a:ea typeface="+mn-lt"/>
                <a:cs typeface="+mn-lt"/>
              </a:rPr>
              <a:t> Focused services allow for more targeted and effective testing.</a:t>
            </a:r>
            <a:endParaRPr lang="en-US" sz="2000"/>
          </a:p>
          <a:p>
            <a:pPr marL="228600" lvl="1" indent="0">
              <a:buNone/>
            </a:pPr>
            <a:endParaRPr lang="en-US" sz="2000" dirty="0">
              <a:solidFill>
                <a:srgbClr val="212529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212529"/>
                </a:solidFill>
                <a:ea typeface="+mn-lt"/>
                <a:cs typeface="+mn-lt"/>
              </a:rPr>
              <a:t>Challenges: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Granularity Balance: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Determining the right level of granularity can be challenging. Too fine-grained services may lead to increased complexity and communication overhead.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 dirty="0">
                <a:solidFill>
                  <a:srgbClr val="212529"/>
                </a:solidFill>
                <a:ea typeface="+mn-lt"/>
                <a:cs typeface="+mn-lt"/>
              </a:rPr>
              <a:t>Domain Understanding:</a:t>
            </a:r>
            <a:r>
              <a:rPr lang="en-US" sz="2000" dirty="0">
                <a:solidFill>
                  <a:srgbClr val="212529"/>
                </a:solidFill>
                <a:ea typeface="+mn-lt"/>
                <a:cs typeface="+mn-lt"/>
              </a:rPr>
              <a:t> Requires a deep understanding of the business domain to identify appropriate service boundaries.</a:t>
            </a:r>
            <a:endParaRPr lang="en-US" sz="200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A9A65-8104-3000-8C1C-C237F97C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C9AB-F3D7-4D62-BB65-A47081E33BEE}" type="datetime1"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A2353-762A-2A85-F060-1AEEEA17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E138-E7F5-CB99-2EFA-5F9C5975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02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Loose Coupling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1677432"/>
            <a:ext cx="7990184" cy="494625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Loose coupling in microservices means designing services so they have minimal dependencies on each other’s internal logic, data, or implementation.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Each service communicates through well-defined APIs or events rather than direct access to another service’s database or code.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ensures that changes in one service have little to no impact on others.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It improves flexibility, allowing services to be developed, deployed, and scaled independently.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Overall, it enhances system resilience by preventing failures from spreading across services.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7215E-CA8D-AE46-77F5-265AAC69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86" y="144194"/>
            <a:ext cx="7990184" cy="798151"/>
          </a:xfrm>
        </p:spPr>
        <p:txBody>
          <a:bodyPr/>
          <a:lstStyle/>
          <a:p>
            <a:pPr algn="ctr"/>
            <a:r>
              <a:rPr lang="en-US" sz="3200" dirty="0"/>
              <a:t>Following Loose Coupling in Prac</a:t>
            </a:r>
            <a:r>
              <a:rPr lang="en-US" sz="3200"/>
              <a:t>tice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26E0-9CA5-05CA-C36C-268AC55C9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853887"/>
            <a:ext cx="7990184" cy="59390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1. </a:t>
            </a:r>
            <a:r>
              <a:rPr lang="en-US" b="1">
                <a:ea typeface="+mn-lt"/>
                <a:cs typeface="+mn-lt"/>
              </a:rPr>
              <a:t>API-first contracts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Stable, versioned APIs (</a:t>
            </a:r>
            <a:r>
              <a:rPr lang="en-US">
                <a:latin typeface="Consolas"/>
              </a:rPr>
              <a:t>/v1/payments</a:t>
            </a:r>
            <a:r>
              <a:rPr lang="en-US">
                <a:ea typeface="+mn-lt"/>
                <a:cs typeface="+mn-lt"/>
              </a:rPr>
              <a:t>)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Don’t expose internal models</a:t>
            </a:r>
            <a:endParaRPr lang="en-US" dirty="0"/>
          </a:p>
          <a:p>
            <a:pPr marL="0" indent="0">
              <a:buNone/>
            </a:pPr>
            <a:r>
              <a:rPr lang="en-US"/>
              <a:t>2. </a:t>
            </a:r>
            <a:r>
              <a:rPr lang="en-US" b="1">
                <a:ea typeface="+mn-lt"/>
                <a:cs typeface="+mn-lt"/>
              </a:rPr>
              <a:t>Event-driven communication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Publish events like </a:t>
            </a:r>
            <a:r>
              <a:rPr lang="en-US" dirty="0" err="1">
                <a:latin typeface="Consolas"/>
              </a:rPr>
              <a:t>OrderCreated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latin typeface="Consolas"/>
              </a:rPr>
              <a:t>PaymentCompleted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Consumers react independently via tools like Apache Kafka</a:t>
            </a:r>
            <a:endParaRPr lang="en-US"/>
          </a:p>
          <a:p>
            <a:pPr marL="0" indent="0">
              <a:buNone/>
            </a:pPr>
            <a:r>
              <a:rPr lang="en-US"/>
              <a:t>3. </a:t>
            </a:r>
            <a:r>
              <a:rPr lang="en-US" b="1">
                <a:ea typeface="+mn-lt"/>
                <a:cs typeface="+mn-lt"/>
              </a:rPr>
              <a:t>Database per service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No cross-service queries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Share data via APIs/events, not joins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7214-D28C-0AA6-DE7C-3B95EEFD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55384-8F9C-4989-97CE-CDE304073B73}" type="datetime1">
              <a:t>4/28/2026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71B33-C8C0-CD09-9C6B-F96AA340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4ED97-ADD2-25A0-DB2C-CEE98EDE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99C8B25-955F-3D43-39F0-36573DFED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98" y="4665052"/>
            <a:ext cx="5796328" cy="196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2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Loose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Independent deployment and </a:t>
            </a:r>
            <a:r>
              <a:rPr lang="en-US"/>
              <a:t>scaling</a:t>
            </a:r>
          </a:p>
          <a:p>
            <a:r>
              <a:rPr lang="en-US"/>
              <a:t>Reduced</a:t>
            </a:r>
            <a:r>
              <a:t> risk of cascading </a:t>
            </a:r>
            <a:r>
              <a:rPr lang="en-US"/>
              <a:t>failures</a:t>
            </a:r>
          </a:p>
          <a:p>
            <a:r>
              <a:rPr lang="en-US"/>
              <a:t>Faster</a:t>
            </a:r>
            <a:r>
              <a:t> feature delivery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High Cohesion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6" y="1715532"/>
            <a:ext cx="7990184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Cohesion is a measure of the number of relationships that parts of a component have with each other.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High cohesion means that all of the parts that are needed to deliver the component’s functionality are included in the component. 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SRP and High Cohesion sound alike, but they operate at different levels. One sets the </a:t>
            </a:r>
            <a:r>
              <a:rPr lang="en-US" b="1" dirty="0">
                <a:ea typeface="+mn-lt"/>
                <a:cs typeface="+mn-lt"/>
              </a:rPr>
              <a:t>boundary</a:t>
            </a:r>
            <a:r>
              <a:rPr lang="en-US" dirty="0">
                <a:ea typeface="+mn-lt"/>
                <a:cs typeface="+mn-lt"/>
              </a:rPr>
              <a:t>, the other measures the </a:t>
            </a:r>
            <a:r>
              <a:rPr lang="en-US" b="1" dirty="0">
                <a:ea typeface="+mn-lt"/>
                <a:cs typeface="+mn-lt"/>
              </a:rPr>
              <a:t>quality inside</a:t>
            </a:r>
            <a:r>
              <a:rPr lang="en-US" dirty="0">
                <a:ea typeface="+mn-lt"/>
                <a:cs typeface="+mn-lt"/>
              </a:rPr>
              <a:t> that boundary.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C5B4E2AA-EB58-DD23-DC27-BA7835AF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48640"/>
            <a:ext cx="8055864" cy="1132258"/>
          </a:xfrm>
        </p:spPr>
        <p:txBody>
          <a:bodyPr/>
          <a:lstStyle/>
          <a:p>
            <a:pPr algn="ctr"/>
            <a:r>
              <a:rPr lang="en-US"/>
              <a:t>SRP Vs High Cohesion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D8813D3-911D-75AA-D303-76289E3CD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825625"/>
            <a:ext cx="3886200" cy="43513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/>
              <a:t>🔹 Single Responsibility Principle (SRP)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Focus: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Why the service changes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Helps in defining external boundary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service should have </a:t>
            </a:r>
            <a:r>
              <a:rPr lang="en-US" b="1">
                <a:ea typeface="+mn-lt"/>
                <a:cs typeface="+mn-lt"/>
              </a:rPr>
              <a:t>one reason to change</a:t>
            </a:r>
            <a:r>
              <a:rPr lang="en-US">
                <a:ea typeface="+mn-lt"/>
                <a:cs typeface="+mn-lt"/>
              </a:rPr>
              <a:t> (one business capability)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Defines </a:t>
            </a:r>
            <a:r>
              <a:rPr lang="en-US" b="1">
                <a:ea typeface="+mn-lt"/>
                <a:cs typeface="+mn-lt"/>
              </a:rPr>
              <a:t>what belongs together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Example: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 → only payment-related logic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F16713C-8300-10B6-621D-8BD05AEB1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3943350" cy="449421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/>
              <a:t>🔹 High Cohesion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Focus: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How well things inside a service fit together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Helps in defining Internal structure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All components in a service should be </a:t>
            </a:r>
            <a:r>
              <a:rPr lang="en-US" b="1">
                <a:ea typeface="+mn-lt"/>
                <a:cs typeface="+mn-lt"/>
              </a:rPr>
              <a:t>closely related and work toward one purpose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Ensures the service is </a:t>
            </a:r>
            <a:r>
              <a:rPr lang="en-US" b="1">
                <a:ea typeface="+mn-lt"/>
                <a:cs typeface="+mn-lt"/>
              </a:rPr>
              <a:t>internally clean and focused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indent="0">
              <a:buNone/>
            </a:pPr>
            <a:r>
              <a:rPr lang="en-US" b="1">
                <a:ea typeface="+mn-lt"/>
                <a:cs typeface="+mn-lt"/>
              </a:rPr>
              <a:t>Example: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Inside </a:t>
            </a:r>
            <a:r>
              <a:rPr lang="en-US">
                <a:latin typeface="Consolas"/>
              </a:rPr>
              <a:t>Payment Service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payment processing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refund handling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transaction validation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(all tightly related)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Date Placeholder 4">
            <a:extLst>
              <a:ext uri="{FF2B5EF4-FFF2-40B4-BE49-F238E27FC236}">
                <a16:creationId xmlns:a16="http://schemas.microsoft.com/office/drawing/2014/main" id="{C4BF5356-F9C3-C6D2-9F62-71C785DA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6453003"/>
            <a:ext cx="262073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87B673D-C2E6-44DF-ACBC-9AB1CA0896E0}" type="datetime1">
              <a:pPr>
                <a:spcAft>
                  <a:spcPts val="600"/>
                </a:spcAft>
              </a:pPr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BF056-5C0F-306D-9D8A-D8D1F846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6453003"/>
            <a:ext cx="21040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743B5AD-B7AF-5192-EF69-A8C03CAA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6453003"/>
            <a:ext cx="32190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6B3DE58-111B-4763-9602-AEDA761D1B1A}" type="slidenum">
              <a:rPr lang="en-US" dirty="0"/>
              <a:t>14</a:t>
            </a:fld>
            <a:endParaRPr lang="en-US" dirty="0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EB9796-9510-901A-82DE-4679A6EDE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84F7E65-BB90-4D88-B18A-70B086D6BA43}" type="datetime1">
              <a:pPr>
                <a:spcAft>
                  <a:spcPts val="600"/>
                </a:spcAft>
              </a:pPr>
              <a:t>4/28/2026</a:t>
            </a:fld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9C1B889B-F2AE-4DF3-1361-860597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High 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readability and maintainability</a:t>
            </a:r>
          </a:p>
          <a:p>
            <a:pPr lvl="1"/>
            <a:r>
              <a:t>Simplifies testing and debugging</a:t>
            </a:r>
          </a:p>
          <a:p>
            <a:pPr lvl="1"/>
            <a:r>
              <a:t>Clear responsibility of the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3050"/>
            <a:ext cx="9144000" cy="4337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VanillaVTI</vt:lpstr>
      <vt:lpstr>Microservices Design Principles</vt:lpstr>
      <vt:lpstr>Design Principles Overview</vt:lpstr>
      <vt:lpstr>Single Responsibility Principle</vt:lpstr>
      <vt:lpstr>Following SRP in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Loose Coupling</vt:lpstr>
      <vt:lpstr>Following Loose Coupling in Practice</vt:lpstr>
      <vt:lpstr>Benefits of Loose Coupling</vt:lpstr>
      <vt:lpstr>High Cohesion</vt:lpstr>
      <vt:lpstr>SRP Vs High Cohesion</vt:lpstr>
      <vt:lpstr>Benefits of High Cohesion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385</cp:revision>
  <dcterms:created xsi:type="dcterms:W3CDTF">2013-01-27T09:14:16Z</dcterms:created>
  <dcterms:modified xsi:type="dcterms:W3CDTF">2026-04-28T08:28:20Z</dcterms:modified>
  <cp:category/>
</cp:coreProperties>
</file>