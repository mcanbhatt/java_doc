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 11 Features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JRE Removal</a:t>
            </a:r>
          </a:p>
          <a:p>
            <a:r>
              <a:t>• Single-file Programs</a:t>
            </a:r>
          </a:p>
          <a:p>
            <a:r>
              <a:t>• Collection.toArray(IntFunction)</a:t>
            </a:r>
          </a:p>
          <a:p>
            <a:r>
              <a:t>• Lambda Syntax Improvements</a:t>
            </a:r>
          </a:p>
          <a:p>
            <a:r>
              <a:t>• Predicate.not()</a:t>
            </a:r>
          </a:p>
          <a:p>
            <a:r>
              <a:t>• String Enhancements</a:t>
            </a:r>
          </a:p>
          <a:p>
            <a:r>
              <a:t>• Optional.isEmpty()</a:t>
            </a:r>
          </a:p>
          <a:p>
            <a:r>
              <a:t>• Files read/write String</a:t>
            </a:r>
          </a:p>
          <a:p>
            <a:r>
              <a:t>• HTTP Client API</a:t>
            </a:r>
          </a:p>
          <a:p>
            <a:r>
              <a:t>• Nest-based Access Control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JRE Removal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No separate JRE distribution</a:t>
            </a:r>
          </a:p>
          <a:p>
            <a:r>
              <a:rPr dirty="0"/>
              <a:t>• Use JDK for both dev </a:t>
            </a:r>
            <a:r>
              <a:t>&amp; runtime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Single-file 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Run Java file without compilation</a:t>
            </a:r>
          </a:p>
          <a:p>
            <a:r>
              <a:t>• Command: java Hello.java</a:t>
            </a:r>
          </a:p>
          <a:p>
            <a:r>
              <a:t>• Useful for scripts and quick 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Collection.toArray(IntFunction)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Converts collection to array using generator</a:t>
            </a:r>
          </a:p>
          <a:p>
            <a:r>
              <a:t>• Avoids type casting</a:t>
            </a:r>
          </a:p>
          <a:p>
            <a:r>
              <a:t>Example:</a:t>
            </a:r>
          </a:p>
          <a:p>
            <a:r>
              <a:t>list.toArray(String[]::new)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Lambda Parameter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Allows 'var' in lambda parameters</a:t>
            </a:r>
          </a:p>
          <a:p>
            <a:r>
              <a:t>• Improves readability and annotations</a:t>
            </a:r>
          </a:p>
          <a:p>
            <a:r>
              <a:t>Example:</a:t>
            </a:r>
          </a:p>
          <a:p>
            <a:r>
              <a:t>(var x, var y) -&gt; x + 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Predicate.not()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Static method for negation</a:t>
            </a:r>
          </a:p>
          <a:p>
            <a:r>
              <a:t>• Cleaner than x -&gt; !condition</a:t>
            </a:r>
          </a:p>
          <a:p>
            <a:r>
              <a:t>Example:</a:t>
            </a:r>
          </a:p>
          <a:p>
            <a:r>
              <a:t>list.stream().filter(Predicate.not(String::isEmpty))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String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isBlank()</a:t>
            </a:r>
          </a:p>
          <a:p>
            <a:r>
              <a:t>• lines()</a:t>
            </a:r>
          </a:p>
          <a:p>
            <a:r>
              <a:t>• strip(), stripLeading(), stripTrailing()</a:t>
            </a:r>
          </a:p>
          <a:p>
            <a:r>
              <a:t>• repeat(n)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Optional.isEmpty()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Opposite of isPresent()</a:t>
            </a:r>
          </a:p>
          <a:p>
            <a:r>
              <a:t>• Improves readability</a:t>
            </a:r>
          </a:p>
          <a:p>
            <a:r>
              <a:t>Example:</a:t>
            </a:r>
          </a:p>
          <a:p>
            <a:r>
              <a:t>if(optional.isEmpty())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Files read/write String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Files.readString(path)</a:t>
            </a:r>
          </a:p>
          <a:p>
            <a:r>
              <a:t>• Files.writeString(path, data)</a:t>
            </a:r>
          </a:p>
          <a:p>
            <a:r>
              <a:t>• Simplifies file operations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HTTP Client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New standard HTTP client</a:t>
            </a:r>
          </a:p>
          <a:p>
            <a:r>
              <a:t>• Supports HTTP/2 &amp; WebSocket</a:t>
            </a:r>
          </a:p>
          <a:p>
            <a:r>
              <a:t>• Async and sync calls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Nest-based Access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Allows inner classes to access private members</a:t>
            </a:r>
          </a:p>
          <a:p>
            <a:r>
              <a:t>• Removes synthetic bridge methods</a:t>
            </a:r>
          </a:p>
          <a:p>
            <a:r>
              <a:t>• Improves performance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Java 11 improves developer productivity,</a:t>
            </a:r>
          </a:p>
          <a:p>
            <a:r>
              <a:t>reduces boilerplate, and modernizes APIs.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290</Words>
  <Application>Microsoft Office PowerPoint</Application>
  <PresentationFormat>On-screen Show (4:3)</PresentationFormat>
  <Paragraphs>58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Java 11 Features Overview</vt:lpstr>
      <vt:lpstr>JRE Removal</vt:lpstr>
      <vt:lpstr>Single-file Programs</vt:lpstr>
      <vt:lpstr>Collection.toArray(IntFunction)</vt:lpstr>
      <vt:lpstr>Lambda Parameter Syntax</vt:lpstr>
      <vt:lpstr>Predicate.not()</vt:lpstr>
      <vt:lpstr>String Enhancements</vt:lpstr>
      <vt:lpstr>Optional.isEmpty()</vt:lpstr>
      <vt:lpstr>Files read/write String</vt:lpstr>
      <vt:lpstr>HTTP Client API</vt:lpstr>
      <vt:lpstr>Nest-based Access Control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Chitralekha Kunnan</cp:lastModifiedBy>
  <cp:revision>2</cp:revision>
  <dcterms:created xsi:type="dcterms:W3CDTF">2013-01-27T09:14:16Z</dcterms:created>
  <dcterms:modified xsi:type="dcterms:W3CDTF">2026-04-30T04:12:35Z</dcterms:modified>
  <cp:category/>
</cp:coreProperties>
</file>