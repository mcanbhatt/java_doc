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m Chauhan" userId="ed8a783c-6e34-4c0b-96a4-94e96860913c" providerId="ADAL" clId="{E981C420-7827-4CF6-A65D-198389A9D91F}"/>
    <pc:docChg chg="modSld">
      <pc:chgData name="Shivam Chauhan" userId="ed8a783c-6e34-4c0b-96a4-94e96860913c" providerId="ADAL" clId="{E981C420-7827-4CF6-A65D-198389A9D91F}" dt="2026-04-08T04:46:26.209" v="29" actId="20577"/>
      <pc:docMkLst>
        <pc:docMk/>
      </pc:docMkLst>
      <pc:sldChg chg="modSp mod">
        <pc:chgData name="Shivam Chauhan" userId="ed8a783c-6e34-4c0b-96a4-94e96860913c" providerId="ADAL" clId="{E981C420-7827-4CF6-A65D-198389A9D91F}" dt="2026-04-08T04:41:57.478" v="27" actId="20577"/>
        <pc:sldMkLst>
          <pc:docMk/>
          <pc:sldMk cId="3690295892" sldId="261"/>
        </pc:sldMkLst>
        <pc:spChg chg="mod">
          <ac:chgData name="Shivam Chauhan" userId="ed8a783c-6e34-4c0b-96a4-94e96860913c" providerId="ADAL" clId="{E981C420-7827-4CF6-A65D-198389A9D91F}" dt="2026-04-08T04:41:57.478" v="27" actId="20577"/>
          <ac:spMkLst>
            <pc:docMk/>
            <pc:sldMk cId="3690295892" sldId="261"/>
            <ac:spMk id="3" creationId="{CFE1EB45-F97D-EB39-7730-7B32160A6870}"/>
          </ac:spMkLst>
        </pc:spChg>
      </pc:sldChg>
      <pc:sldChg chg="modSp mod">
        <pc:chgData name="Shivam Chauhan" userId="ed8a783c-6e34-4c0b-96a4-94e96860913c" providerId="ADAL" clId="{E981C420-7827-4CF6-A65D-198389A9D91F}" dt="2026-04-08T04:46:26.209" v="29" actId="20577"/>
        <pc:sldMkLst>
          <pc:docMk/>
          <pc:sldMk cId="2766208720" sldId="264"/>
        </pc:sldMkLst>
        <pc:spChg chg="mod">
          <ac:chgData name="Shivam Chauhan" userId="ed8a783c-6e34-4c0b-96a4-94e96860913c" providerId="ADAL" clId="{E981C420-7827-4CF6-A65D-198389A9D91F}" dt="2026-04-08T04:46:26.209" v="29" actId="20577"/>
          <ac:spMkLst>
            <pc:docMk/>
            <pc:sldMk cId="2766208720" sldId="264"/>
            <ac:spMk id="3" creationId="{7A9E476B-9E4A-7D6D-841D-D2D58FBF972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B143F-2C93-E3CD-1950-CE67E14AB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673AD-A90E-EC08-8328-EDF87777E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81E52-BAF8-94EF-E1F3-F518DB06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400D-A306-48AB-831F-ECB8B5CFEA4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17634-72FF-BF78-548C-03B2989FF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D5739-CA2C-EED7-DBAD-98817766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E3E3E-42BA-412F-B9F8-564697B52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A71EA-88EB-7A8A-7DD9-81B2D5FE5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3ED0B-DBE0-76C4-5365-80A7490A7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2EDF-1120-9B32-8302-ADB3C546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400D-A306-48AB-831F-ECB8B5CFEA4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E38E-75EC-29CE-305A-36A0A2DF7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45EC9-97FE-CCC1-23FC-41F0A100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E3E3E-42BA-412F-B9F8-564697B52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63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BA683-7184-440E-C4F4-F2A50285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C9FE0-25C4-848A-2BAC-F174631D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736B1-6AAA-E779-A6A5-561C3953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400D-A306-48AB-831F-ECB8B5CFEA4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7AEEB-6F52-ACE6-F658-68EE6069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5DA7D-0339-CF8E-A922-499C29D1B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E3E3E-42BA-412F-B9F8-564697B52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88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10B1-3415-A1BF-3FD1-85E95C3E4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E60BD-8B5F-8135-90D6-263D7E05E5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7E480-BF2F-2D04-3177-838918A29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DA1CB-62BC-3D06-56AE-4C82009F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400D-A306-48AB-831F-ECB8B5CFEA4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102DF-B8AF-C8CA-760C-A8C4E0EB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83522-01A3-B97B-853B-251F883E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E3E3E-42BA-412F-B9F8-564697B52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186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8B7E-7774-C111-5FAA-0A96BA19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5DCDB-AFBC-479A-17BB-2264DBAD2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58B9C-E433-E5A9-1246-C223FB240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A9F6F7-A03B-20CC-9185-78BB1446D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F7D48F-42AC-0778-EC18-1D1A4F7D4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7BB4C7-697C-FE8F-769B-2CFADBAAE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400D-A306-48AB-831F-ECB8B5CFEA4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36A095-733B-CBF7-455B-749AF3F33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F54569-7BCC-58F7-3721-3D38C7E6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E3E3E-42BA-412F-B9F8-564697B52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466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45E0F-F4DC-CA64-7B2F-066D3F947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8DF95-F219-7DBD-789B-13F245ACF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400D-A306-48AB-831F-ECB8B5CFEA4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B1641-3B8A-0972-D0E8-6D6B150F2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5993C-432A-ABC9-BD72-C4CD8C6E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E3E3E-42BA-412F-B9F8-564697B52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433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3D92-0EE9-AF19-5324-8A1CE4601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400D-A306-48AB-831F-ECB8B5CFEA4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436AC7-2430-2B72-96AF-DF60921F0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72BAE-ECBE-C7BE-7DAA-718F39CE1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E3E3E-42BA-412F-B9F8-564697B52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16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5998-147A-1F1D-A64C-773DFC9F3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8DF4E-F412-2163-27CB-97A5E7FC0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5B279-375F-8571-EE04-F79993B3B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70FA0-FEAC-9176-42A2-D6C05BD5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400D-A306-48AB-831F-ECB8B5CFEA4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D0DAB-166A-3204-5EF6-7E737FB09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48CDC-CA74-C375-725B-B34EBB6A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E3E3E-42BA-412F-B9F8-564697B52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371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6FBA-3B4F-3AC0-253B-FF012218C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248752-ABBA-FB9B-9F8F-96EDC1C97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CB8D6-A0AB-B24B-27C8-B975FA520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42C69-3AD9-8946-9403-1C2D57E6C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400D-A306-48AB-831F-ECB8B5CFEA4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B0424-1B9A-B68A-BF33-DFEB852D4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8EDDF-D78D-5CE9-EB73-5AEA53A05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E3E3E-42BA-412F-B9F8-564697B52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728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666F-90EA-BDE3-68E7-EC839B08E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B5257-0ECF-5898-10C3-37B1B88C2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1D176-70D4-5A59-5D21-A6E63E7DC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400D-A306-48AB-831F-ECB8B5CFEA4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809EF-72AF-2FAD-90A8-118C1A73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404DF-200B-209D-231D-DB72F8B5B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E3E3E-42BA-412F-B9F8-564697B52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13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82401-D66F-4DF0-8709-9649F52429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724C8-8A55-317B-B013-A5C92687C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AF3D0-D982-7EC0-8B49-7898A7936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400D-A306-48AB-831F-ECB8B5CFEA4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DAA32-F327-7DFB-9CA9-8FA62B23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1EEA7-55A8-E529-69DA-5A63DB2D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E3E3E-42BA-412F-B9F8-564697B52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44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D499C1-8BEC-01D8-0A5C-054648B3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DA298-E4B7-A84B-0083-84D49F630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5213A-D4C2-98C7-72C2-8015D59E2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57400D-A306-48AB-831F-ECB8B5CFEA4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8E4D6-0445-3EE5-2FF9-DE227F960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27783-3C8F-9697-3FDF-EC393DDA5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E3E3E-42BA-412F-B9F8-564697B52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22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8F348-4FF6-DA0F-012F-2CCCEF1D9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Generics, Bounded Types &amp; Rules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330EE-6236-AFB1-D8D6-5902A2A8C8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849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CD812-DA73-4B1C-3A16-80623B949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Generics? (Problem First)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1F16C-B912-3E78-249D-83516CE6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Without Generics:</a:t>
            </a:r>
            <a:endParaRPr lang="en-IN" dirty="0"/>
          </a:p>
          <a:p>
            <a:r>
              <a:rPr lang="en-US" dirty="0"/>
              <a:t>List </a:t>
            </a:r>
            <a:r>
              <a:rPr lang="en-US" dirty="0" err="1"/>
              <a:t>list</a:t>
            </a:r>
            <a:r>
              <a:rPr lang="en-US" dirty="0"/>
              <a:t> = new </a:t>
            </a:r>
            <a:r>
              <a:rPr lang="en-US" dirty="0" err="1"/>
              <a:t>ArrayList</a:t>
            </a:r>
            <a:r>
              <a:rPr lang="en-US" dirty="0"/>
              <a:t>();</a:t>
            </a:r>
          </a:p>
          <a:p>
            <a:r>
              <a:rPr lang="en-US" dirty="0" err="1"/>
              <a:t>list.add</a:t>
            </a:r>
            <a:r>
              <a:rPr lang="en-US" dirty="0"/>
              <a:t>("Hello");</a:t>
            </a:r>
          </a:p>
          <a:p>
            <a:r>
              <a:rPr lang="en-US" dirty="0" err="1"/>
              <a:t>list.add</a:t>
            </a:r>
            <a:r>
              <a:rPr lang="en-US" dirty="0"/>
              <a:t>(10); // Allowed ❌</a:t>
            </a:r>
          </a:p>
          <a:p>
            <a:endParaRPr lang="en-US" dirty="0"/>
          </a:p>
          <a:p>
            <a:r>
              <a:rPr lang="en-IN" dirty="0"/>
              <a:t>Runtime error risk</a:t>
            </a:r>
          </a:p>
          <a:p>
            <a:r>
              <a:rPr lang="en-IN" dirty="0"/>
              <a:t>Manual casting</a:t>
            </a:r>
          </a:p>
        </p:txBody>
      </p:sp>
    </p:spTree>
    <p:extLst>
      <p:ext uri="{BB962C8B-B14F-4D97-AF65-F5344CB8AC3E}">
        <p14:creationId xmlns:p14="http://schemas.microsoft.com/office/powerpoint/2010/main" val="20933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057FF-D9C1-A820-089F-7EEECD44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Generics?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C41E6-50A3-B6A1-7C71-A641A8D2C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Compile-time type safety</a:t>
            </a:r>
          </a:p>
          <a:p>
            <a:r>
              <a:rPr lang="en-IN" dirty="0"/>
              <a:t>No explicit casting</a:t>
            </a:r>
          </a:p>
          <a:p>
            <a:r>
              <a:rPr lang="en-IN" dirty="0"/>
              <a:t>Code reusability</a:t>
            </a:r>
          </a:p>
          <a:p>
            <a:endParaRPr lang="en-IN" dirty="0"/>
          </a:p>
          <a:p>
            <a:r>
              <a:rPr lang="en-IN" dirty="0"/>
              <a:t>List&lt;String&gt; list = new </a:t>
            </a:r>
            <a:r>
              <a:rPr lang="en-IN" dirty="0" err="1"/>
              <a:t>ArrayList</a:t>
            </a:r>
            <a:r>
              <a:rPr lang="en-IN" dirty="0"/>
              <a:t>&lt;&gt;();</a:t>
            </a:r>
          </a:p>
          <a:p>
            <a:r>
              <a:rPr lang="en-IN" dirty="0" err="1"/>
              <a:t>list.add</a:t>
            </a:r>
            <a:r>
              <a:rPr lang="en-IN" dirty="0"/>
              <a:t>("Hello");</a:t>
            </a:r>
          </a:p>
          <a:p>
            <a:r>
              <a:rPr lang="en-IN" dirty="0"/>
              <a:t>// </a:t>
            </a:r>
            <a:r>
              <a:rPr lang="en-IN" dirty="0" err="1"/>
              <a:t>list.add</a:t>
            </a:r>
            <a:r>
              <a:rPr lang="en-IN" dirty="0"/>
              <a:t>(10); ❌</a:t>
            </a:r>
          </a:p>
        </p:txBody>
      </p:sp>
    </p:spTree>
    <p:extLst>
      <p:ext uri="{BB962C8B-B14F-4D97-AF65-F5344CB8AC3E}">
        <p14:creationId xmlns:p14="http://schemas.microsoft.com/office/powerpoint/2010/main" val="2127016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10B43-3F6E-CB83-9D5B-C7CD80C1B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Generic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B7BCD-2C0F-212D-2B74-5CEDBEBC7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class Box&lt;T&gt; {</a:t>
            </a:r>
          </a:p>
          <a:p>
            <a:r>
              <a:rPr lang="en-IN" dirty="0"/>
              <a:t>    private T value;</a:t>
            </a:r>
          </a:p>
          <a:p>
            <a:endParaRPr lang="en-IN" dirty="0"/>
          </a:p>
          <a:p>
            <a:r>
              <a:rPr lang="en-IN" dirty="0"/>
              <a:t>    void set(T value) { </a:t>
            </a:r>
            <a:r>
              <a:rPr lang="en-IN" dirty="0" err="1"/>
              <a:t>this.value</a:t>
            </a:r>
            <a:r>
              <a:rPr lang="en-IN" dirty="0"/>
              <a:t> = value; }</a:t>
            </a:r>
          </a:p>
          <a:p>
            <a:r>
              <a:rPr lang="en-IN" dirty="0"/>
              <a:t>    T get() { return value; }</a:t>
            </a:r>
          </a:p>
          <a:p>
            <a:r>
              <a:rPr lang="en-IN" dirty="0"/>
              <a:t>}</a:t>
            </a:r>
          </a:p>
          <a:p>
            <a:r>
              <a:rPr lang="en-US" dirty="0"/>
              <a:t>Box&lt;Integer&gt; b1 = new Box&lt;&gt;();</a:t>
            </a:r>
          </a:p>
          <a:p>
            <a:r>
              <a:rPr lang="en-US" dirty="0"/>
              <a:t>Box&lt;String&gt; b2 = new Box&lt;&gt;();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26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E5D7-B66B-0A6F-4ABD-E81656D6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Generic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B00FA-608F-FBB1-7C03-FA98706A9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public &lt;T&gt; void print(T value) {</a:t>
            </a:r>
          </a:p>
          <a:p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(value);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Works for any type</a:t>
            </a:r>
          </a:p>
          <a:p>
            <a:r>
              <a:rPr lang="en-IN" dirty="0"/>
              <a:t>Independent of class type</a:t>
            </a:r>
          </a:p>
        </p:txBody>
      </p:sp>
    </p:spTree>
    <p:extLst>
      <p:ext uri="{BB962C8B-B14F-4D97-AF65-F5344CB8AC3E}">
        <p14:creationId xmlns:p14="http://schemas.microsoft.com/office/powerpoint/2010/main" val="696238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273E-2A38-A842-A8D2-D89ACF207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Type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1EB45-F97D-EB39-7730-7B32160A6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Pair&lt;K, V&gt; {</a:t>
            </a:r>
          </a:p>
          <a:p>
            <a:r>
              <a:rPr lang="en-US" dirty="0"/>
              <a:t>    K key;</a:t>
            </a:r>
          </a:p>
          <a:p>
            <a:r>
              <a:rPr lang="en-US" dirty="0"/>
              <a:t>    V value;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IN" dirty="0"/>
              <a:t>Real-world:</a:t>
            </a:r>
          </a:p>
          <a:p>
            <a:r>
              <a:rPr lang="en-IN" dirty="0"/>
              <a:t>Map&lt;K, V&gt;</a:t>
            </a:r>
          </a:p>
        </p:txBody>
      </p:sp>
    </p:spTree>
    <p:extLst>
      <p:ext uri="{BB962C8B-B14F-4D97-AF65-F5344CB8AC3E}">
        <p14:creationId xmlns:p14="http://schemas.microsoft.com/office/powerpoint/2010/main" val="3690295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35A99-4AA2-0B40-1880-20AE548F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Erasure ( Important)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6853E-BB55-8B47-4215-D76590A07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List&lt;String&gt; l1 = new </a:t>
            </a:r>
            <a:r>
              <a:rPr lang="en-IN" dirty="0" err="1"/>
              <a:t>ArrayList</a:t>
            </a:r>
            <a:r>
              <a:rPr lang="en-IN" dirty="0"/>
              <a:t>&lt;&gt;();</a:t>
            </a:r>
          </a:p>
          <a:p>
            <a:r>
              <a:rPr lang="en-IN" dirty="0"/>
              <a:t>List&lt;Integer&gt; l2 = new </a:t>
            </a:r>
            <a:r>
              <a:rPr lang="en-IN" dirty="0" err="1"/>
              <a:t>ArrayList</a:t>
            </a:r>
            <a:r>
              <a:rPr lang="en-IN" dirty="0"/>
              <a:t>&lt;&gt;();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(l1.getClass() == l2.getClass());</a:t>
            </a:r>
          </a:p>
          <a:p>
            <a:endParaRPr lang="en-IN" dirty="0"/>
          </a:p>
          <a:p>
            <a:r>
              <a:rPr lang="en-IN" dirty="0"/>
              <a:t>Output: true</a:t>
            </a:r>
          </a:p>
          <a:p>
            <a:r>
              <a:rPr lang="en-US" dirty="0"/>
              <a:t>Generics exist only at </a:t>
            </a:r>
            <a:r>
              <a:rPr lang="en-US" b="1" dirty="0"/>
              <a:t>compile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0408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C2CF-25DE-9C0A-535B-ECC6ACD02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Upper Bounded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20E3E-615E-151F-4FC1-12C0DF81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Box&lt;T extends Number&gt; {</a:t>
            </a:r>
          </a:p>
          <a:p>
            <a:r>
              <a:rPr lang="en-US" dirty="0"/>
              <a:t>    T value;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IN" dirty="0"/>
              <a:t>Allowed: Integer, Double</a:t>
            </a:r>
          </a:p>
          <a:p>
            <a:r>
              <a:rPr lang="en-IN" dirty="0"/>
              <a:t>Not allowed: String</a:t>
            </a:r>
          </a:p>
        </p:txBody>
      </p:sp>
    </p:spTree>
    <p:extLst>
      <p:ext uri="{BB962C8B-B14F-4D97-AF65-F5344CB8AC3E}">
        <p14:creationId xmlns:p14="http://schemas.microsoft.com/office/powerpoint/2010/main" val="1721496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1922-6BC6-2541-E4AD-9756B05F3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Bounds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E476B-9E4A-7D6D-841D-D2D58FBF9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Test&lt;T extends Number &amp; Comparable&lt;</a:t>
            </a:r>
            <a:r>
              <a:rPr lang="en-US"/>
              <a:t>T&gt;&gt; </a:t>
            </a:r>
            <a:r>
              <a:rPr lang="en-US" dirty="0"/>
              <a:t>{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IN" dirty="0"/>
              <a:t>Rule</a:t>
            </a:r>
          </a:p>
          <a:p>
            <a:r>
              <a:rPr lang="en-IN" dirty="0"/>
              <a:t>Class first</a:t>
            </a:r>
          </a:p>
          <a:p>
            <a:r>
              <a:rPr lang="en-IN" dirty="0"/>
              <a:t>Then interfaces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6208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18458-C317-6FC1-FD9C-1898441F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Wildcards (?)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86EAB-4B29-A419-A3FB-361282F51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Types:</a:t>
            </a:r>
          </a:p>
          <a:p>
            <a:r>
              <a:rPr lang="en-IN" dirty="0"/>
              <a:t>&lt;?&gt; → Any type</a:t>
            </a:r>
          </a:p>
          <a:p>
            <a:r>
              <a:rPr lang="en-IN" dirty="0"/>
              <a:t>&lt;? extends T&gt; → Read</a:t>
            </a:r>
          </a:p>
          <a:p>
            <a:r>
              <a:rPr lang="en-IN" dirty="0"/>
              <a:t>&lt;? super T&gt; → Write</a:t>
            </a:r>
          </a:p>
        </p:txBody>
      </p:sp>
    </p:spTree>
    <p:extLst>
      <p:ext uri="{BB962C8B-B14F-4D97-AF65-F5344CB8AC3E}">
        <p14:creationId xmlns:p14="http://schemas.microsoft.com/office/powerpoint/2010/main" val="50086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4FBD-88B4-952D-BB69-BBAFEF07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Upper Wildcard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E7AA0-E3EC-5C25-964D-0864904E3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List&lt;? extends Number&gt; list;</a:t>
            </a:r>
          </a:p>
          <a:p>
            <a:endParaRPr lang="en-IN" dirty="0"/>
          </a:p>
          <a:p>
            <a:r>
              <a:rPr lang="en-IN" dirty="0"/>
              <a:t>Can read</a:t>
            </a:r>
          </a:p>
          <a:p>
            <a:r>
              <a:rPr lang="en-IN" dirty="0"/>
              <a:t>Cannot add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844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F651E-85EC-5300-8B31-D633A1450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Lower Wildcard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F2735-C8B4-401A-76F6-49B86F7A7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List&lt;? super Integer&gt; list;</a:t>
            </a:r>
          </a:p>
          <a:p>
            <a:endParaRPr lang="en-IN" dirty="0"/>
          </a:p>
          <a:p>
            <a:r>
              <a:rPr lang="en-IN" dirty="0"/>
              <a:t>Can add</a:t>
            </a:r>
          </a:p>
          <a:p>
            <a:r>
              <a:rPr lang="en-IN" dirty="0"/>
              <a:t>Cannot safely read</a:t>
            </a:r>
          </a:p>
        </p:txBody>
      </p:sp>
    </p:spTree>
    <p:extLst>
      <p:ext uri="{BB962C8B-B14F-4D97-AF65-F5344CB8AC3E}">
        <p14:creationId xmlns:p14="http://schemas.microsoft.com/office/powerpoint/2010/main" val="1345544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37C8F-BB50-4CDA-DD85-FCAA3BD8B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PECS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04929-F6D3-64BA-29AB-C1BE8122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Producer → extends</a:t>
            </a:r>
          </a:p>
          <a:p>
            <a:r>
              <a:rPr lang="en-IN" dirty="0"/>
              <a:t>Consumer → super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17949A-0DA0-1D2E-5292-EFFFCB468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925221"/>
              </p:ext>
            </p:extLst>
          </p:nvPr>
        </p:nvGraphicFramePr>
        <p:xfrm>
          <a:off x="838200" y="2988733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8292706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36671814"/>
                    </a:ext>
                  </a:extLst>
                </a:gridCol>
              </a:tblGrid>
              <a:tr h="324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51550"/>
                  </a:ext>
                </a:extLst>
              </a:tr>
              <a:tr h="324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Extends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98521"/>
                  </a:ext>
                </a:extLst>
              </a:tr>
              <a:tr h="324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Super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513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453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4BAF2-89FA-0480-3F06-2B5F275B6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PECS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C2260-2E6B-02BB-C937-1D0D4D385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void read(List&lt;? extends Number&gt; list) {</a:t>
            </a:r>
          </a:p>
          <a:p>
            <a:r>
              <a:rPr lang="en-IN" dirty="0"/>
              <a:t>    Number n = </a:t>
            </a:r>
            <a:r>
              <a:rPr lang="en-IN" dirty="0" err="1"/>
              <a:t>list.get</a:t>
            </a:r>
            <a:r>
              <a:rPr lang="en-IN" dirty="0"/>
              <a:t>(0);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void write(List&lt;? super Integer&gt; list) {</a:t>
            </a:r>
          </a:p>
          <a:p>
            <a:r>
              <a:rPr lang="en-IN" dirty="0"/>
              <a:t>    </a:t>
            </a:r>
            <a:r>
              <a:rPr lang="en-IN" dirty="0" err="1"/>
              <a:t>list.add</a:t>
            </a:r>
            <a:r>
              <a:rPr lang="en-IN" dirty="0"/>
              <a:t>(10);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90527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4F719-7A3D-5C86-449D-4B8BD07E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9FD8D-AD00-E379-56E1-06CF2C4F7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Java Collections </a:t>
            </a:r>
          </a:p>
          <a:p>
            <a:r>
              <a:rPr lang="fr-FR" dirty="0"/>
              <a:t>Spring Repositories </a:t>
            </a:r>
          </a:p>
          <a:p>
            <a:r>
              <a:rPr lang="fr-FR" dirty="0"/>
              <a:t>APIs (</a:t>
            </a:r>
            <a:r>
              <a:rPr lang="fr-FR" dirty="0" err="1"/>
              <a:t>Response</a:t>
            </a:r>
            <a:r>
              <a:rPr lang="fr-FR" dirty="0"/>
              <a:t>&lt;T&gt;) </a:t>
            </a:r>
          </a:p>
          <a:p>
            <a:r>
              <a:rPr lang="fr-FR" dirty="0"/>
              <a:t>DTO </a:t>
            </a:r>
            <a:r>
              <a:rPr lang="fr-FR" dirty="0" err="1"/>
              <a:t>Wrappers</a:t>
            </a:r>
            <a:r>
              <a:rPr lang="fr-FR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404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405</Words>
  <Application>Microsoft Office PowerPoint</Application>
  <PresentationFormat>Widescreen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Office Theme</vt:lpstr>
      <vt:lpstr>Java Generics, Bounded Types &amp; Rules</vt:lpstr>
      <vt:lpstr>Why Generics? (Problem First)</vt:lpstr>
      <vt:lpstr>What are Generics? </vt:lpstr>
      <vt:lpstr>Generic Class</vt:lpstr>
      <vt:lpstr>Generic Method</vt:lpstr>
      <vt:lpstr>Multiple Type Parameters</vt:lpstr>
      <vt:lpstr>Type Erasure ( Important)</vt:lpstr>
      <vt:lpstr>Upper Bounded Types</vt:lpstr>
      <vt:lpstr>Multiple Bounds</vt:lpstr>
      <vt:lpstr>Wildcards (?)</vt:lpstr>
      <vt:lpstr>Upper Wildcard</vt:lpstr>
      <vt:lpstr>Lower Wildcard</vt:lpstr>
      <vt:lpstr>PECS Rule</vt:lpstr>
      <vt:lpstr>PECS Demo</vt:lpstr>
      <vt:lpstr>Real-World Usage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Chauhan</dc:creator>
  <cp:lastModifiedBy>Shivam Chauhan</cp:lastModifiedBy>
  <cp:revision>1</cp:revision>
  <dcterms:created xsi:type="dcterms:W3CDTF">2026-04-07T15:41:21Z</dcterms:created>
  <dcterms:modified xsi:type="dcterms:W3CDTF">2026-04-08T04:46:33Z</dcterms:modified>
</cp:coreProperties>
</file>