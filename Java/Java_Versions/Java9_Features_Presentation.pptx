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9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Modularity (Project Jigsaw)</a:t>
            </a:r>
          </a:p>
          <a:p>
            <a:r>
              <a:rPr dirty="0"/>
              <a:t>• Private Methods in Interfaces</a:t>
            </a:r>
          </a:p>
          <a:p>
            <a:r>
              <a:rPr dirty="0"/>
              <a:t>• </a:t>
            </a:r>
            <a:r>
              <a:rPr dirty="0" err="1"/>
              <a:t>JShell</a:t>
            </a:r>
            <a:r>
              <a:rPr dirty="0"/>
              <a:t> (REPL</a:t>
            </a:r>
            <a:r>
              <a:rPr lang="en-US" dirty="0"/>
              <a:t>- </a:t>
            </a:r>
            <a:r>
              <a:rPr lang="en-IN" dirty="0"/>
              <a:t>Read–Eval–Print Loop</a:t>
            </a:r>
            <a:r>
              <a:rPr dirty="0"/>
              <a:t>)</a:t>
            </a:r>
          </a:p>
          <a:p>
            <a:r>
              <a:rPr dirty="0"/>
              <a:t>• New Stream APIs</a:t>
            </a:r>
          </a:p>
          <a:p>
            <a:r>
              <a:rPr dirty="0"/>
              <a:t>• Improved Iterator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Modularity (Project Jigsaw)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Introduces module system</a:t>
            </a:r>
          </a:p>
          <a:p>
            <a:r>
              <a:rPr dirty="0"/>
              <a:t>• Encapsulation at module level</a:t>
            </a:r>
          </a:p>
          <a:p>
            <a:r>
              <a:rPr dirty="0"/>
              <a:t>• Reduces </a:t>
            </a:r>
            <a:r>
              <a:rPr dirty="0" err="1"/>
              <a:t>classpath</a:t>
            </a:r>
            <a:r>
              <a:rPr dirty="0"/>
              <a:t> issues</a:t>
            </a:r>
          </a:p>
          <a:p>
            <a:r>
              <a:rPr dirty="0"/>
              <a:t>• Improves security and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Modularity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module </a:t>
            </a:r>
            <a:r>
              <a:rPr dirty="0" err="1"/>
              <a:t>com.example.app</a:t>
            </a:r>
            <a:r>
              <a:rPr dirty="0"/>
              <a:t> {</a:t>
            </a:r>
          </a:p>
          <a:p>
            <a:r>
              <a:rPr dirty="0"/>
              <a:t> requires </a:t>
            </a:r>
            <a:r>
              <a:rPr dirty="0" err="1"/>
              <a:t>java.base</a:t>
            </a:r>
            <a:r>
              <a:rPr dirty="0"/>
              <a:t>;</a:t>
            </a:r>
          </a:p>
          <a:p>
            <a:r>
              <a:rPr dirty="0"/>
              <a:t> exports </a:t>
            </a:r>
            <a:r>
              <a:rPr dirty="0" err="1"/>
              <a:t>com.example</a:t>
            </a:r>
            <a:r>
              <a:rPr dirty="0"/>
              <a:t>.</a:t>
            </a:r>
            <a:r>
              <a:rPr lang="en-IN" dirty="0"/>
              <a:t> app</a:t>
            </a:r>
            <a:r>
              <a:rPr dirty="0"/>
              <a:t>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Methods in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code reuse inside interfaces</a:t>
            </a:r>
          </a:p>
          <a:p>
            <a:r>
              <a:t>• Supports private &amp; private static methods</a:t>
            </a:r>
          </a:p>
          <a:p>
            <a:r>
              <a:t>• Used by default methods internally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Methods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MyInterface {</a:t>
            </a:r>
          </a:p>
          <a:p>
            <a:r>
              <a:t> default void methodA() { helper(); }</a:t>
            </a:r>
          </a:p>
          <a:p>
            <a:r>
              <a:t> private void helper() { System.out.println("Common logic");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JShell (REPL Tool)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Java shell</a:t>
            </a:r>
          </a:p>
          <a:p>
            <a:r>
              <a:t>• Execute code without compiling</a:t>
            </a:r>
          </a:p>
          <a:p>
            <a:r>
              <a:t>• Useful for testing and learning</a:t>
            </a:r>
          </a:p>
          <a:p>
            <a:r>
              <a:t>• Run using 'jshell' command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JShell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jshell&gt; int a = 10;</a:t>
            </a:r>
          </a:p>
          <a:p>
            <a:r>
              <a:t>jshell&gt; a * 2</a:t>
            </a:r>
          </a:p>
          <a:p>
            <a:r>
              <a:t>$1 ==&gt;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New Stream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Stream.ofNullable</a:t>
            </a:r>
            <a:r>
              <a:rPr dirty="0"/>
              <a:t>()</a:t>
            </a:r>
          </a:p>
          <a:p>
            <a:r>
              <a:rPr dirty="0"/>
              <a:t>• </a:t>
            </a:r>
            <a:r>
              <a:rPr dirty="0" err="1"/>
              <a:t>takeWhile</a:t>
            </a:r>
            <a:r>
              <a:rPr dirty="0"/>
              <a:t>()</a:t>
            </a:r>
          </a:p>
          <a:p>
            <a:r>
              <a:rPr dirty="0"/>
              <a:t>• </a:t>
            </a:r>
            <a:r>
              <a:rPr dirty="0" err="1"/>
              <a:t>dropWhile</a:t>
            </a:r>
            <a:r>
              <a:rPr dirty="0"/>
              <a:t>()</a:t>
            </a:r>
          </a:p>
          <a:p>
            <a:r>
              <a:rPr dirty="0"/>
              <a:t>• iterate() with predicate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 Optional Methods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IN" dirty="0" err="1"/>
              <a:t>ifPresentOrElse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or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209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Java 9 Features Overview</vt:lpstr>
      <vt:lpstr>Modularity (Project Jigsaw)</vt:lpstr>
      <vt:lpstr>Modularity - Example</vt:lpstr>
      <vt:lpstr>Private Methods in Interfaces</vt:lpstr>
      <vt:lpstr>Private Methods - Example</vt:lpstr>
      <vt:lpstr>JShell (REPL Tool)</vt:lpstr>
      <vt:lpstr>JShell Example</vt:lpstr>
      <vt:lpstr>New Stream Methods</vt:lpstr>
      <vt:lpstr>New Optional Methods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Chitralekha Kunnan</cp:lastModifiedBy>
  <cp:revision>6</cp:revision>
  <dcterms:created xsi:type="dcterms:W3CDTF">2013-01-27T09:14:16Z</dcterms:created>
  <dcterms:modified xsi:type="dcterms:W3CDTF">2026-04-30T04:33:14Z</dcterms:modified>
  <cp:category/>
</cp:coreProperties>
</file>