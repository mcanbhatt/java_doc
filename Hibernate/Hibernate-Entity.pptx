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3" r:id="rId8"/>
    <p:sldId id="262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60"/>
  </p:normalViewPr>
  <p:slideViewPr>
    <p:cSldViewPr snapToGrid="0">
      <p:cViewPr varScale="1">
        <p:scale>
          <a:sx n="90" d="100"/>
          <a:sy n="90" d="100"/>
        </p:scale>
        <p:origin x="355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5E1748-6CEB-54FD-ACB0-5F2259A9B3E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2486AC9-2F0B-42DD-C002-F8DFED018E6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91A19E-EBB1-4736-FF27-AE49AF1FDD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1BEE5F-8EDE-4E4F-844D-F0A965D3CA51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459CBAD-E679-97A2-9C21-7DBE010E0C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37509D-A349-EC19-5CA0-10F7596D7D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86B3C2-BAEB-4652-8E07-5D99CD591F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905261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1D96BB-EC24-CCDC-CEF4-65F16382C0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D3B2A0-42C0-7D1B-0052-DDEDA06818D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C7D1D0C-35DC-3D41-1666-8EA220EF09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1BEE5F-8EDE-4E4F-844D-F0A965D3CA51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F1B229E-4AFA-BCB5-F859-6C9BA99A1A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438388-2182-63F4-F05E-B6947F1857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86B3C2-BAEB-4652-8E07-5D99CD591F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156020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AB9BA1-464A-1EB4-E9E1-74D6C443A4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DD785F0-272A-A4DF-BAF2-4615333E281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9C713B-466D-94EE-FE04-A140741493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1BEE5F-8EDE-4E4F-844D-F0A965D3CA51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7ABB4DD-E92E-A53E-8A12-29065518E4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CF90D53-2D12-C92E-E910-40E72EC0B1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86B3C2-BAEB-4652-8E07-5D99CD591F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50539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59DF21-F94E-338F-1A31-77EA68F9CF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3B6C04-108F-5096-0421-B02B4B94082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7932257-37D2-F3BB-8E9B-03C332B576D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B8566B5-515D-F0F9-F389-E7CB0A47B9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1BEE5F-8EDE-4E4F-844D-F0A965D3CA51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F343979-B0D4-A188-1F18-EACFD3F623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62874ED-F519-36B9-502A-5479A3DFCD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86B3C2-BAEB-4652-8E07-5D99CD591F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465905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8511FF-4055-1F4E-5276-F05F6E5B54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EBE53A6-2395-293B-88EB-5A8A853E385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645243E-A2D7-324C-9CC0-A33E895325B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A6D4E57-A795-5F22-D910-0694C119631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76725C5-17BF-98BF-F77A-7EBA1BA8D27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B250A76-D6E7-2B67-0EC8-34D51881BB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1BEE5F-8EDE-4E4F-844D-F0A965D3CA51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7D76320-D68E-EBF0-C25F-4D9D491EAB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6DE21E8-6C0C-C715-0CB3-676C4026AF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86B3C2-BAEB-4652-8E07-5D99CD591F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851159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463F98-03BC-0412-291D-AEB865AACA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B257217-4C00-D2AE-DDB2-2721FE53E5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1BEE5F-8EDE-4E4F-844D-F0A965D3CA51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E5C9F70-1958-5A1F-8315-34A0942499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89C2CC6-B7F2-9A73-812A-10E506239F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86B3C2-BAEB-4652-8E07-5D99CD591F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977707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4DB9672-6AFD-0C39-1C9D-53AE682000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1BEE5F-8EDE-4E4F-844D-F0A965D3CA51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FA039CE-0FCD-517A-6D4E-0F636CADCD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85D7EA1-F43A-9B45-EFB4-9297B9CA0E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86B3C2-BAEB-4652-8E07-5D99CD591F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292719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EE5269-D0F6-A92C-88EE-4190588258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780EDD-2537-DBD5-2F4E-C44F82B2BC8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5598D00-8068-E327-5FA0-07FEEB34BF5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50DEE07-0DD9-CDF4-75A2-8196ABF51A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1BEE5F-8EDE-4E4F-844D-F0A965D3CA51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D8443E6-ECDE-58E8-F502-428A5C6BD8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F8A1288-34B7-7DC8-3B86-D266F3ED80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86B3C2-BAEB-4652-8E07-5D99CD591F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437676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ABEBB7-7699-6D18-051A-6CCE5E3D25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6996977-4CC2-E097-6D91-0361D44E522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089B036-FDE3-EE68-9FB8-1F23B6E2242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984F698-248D-7EB2-F791-720E9EB5E5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1BEE5F-8EDE-4E4F-844D-F0A965D3CA51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6ADE5DE-9E38-A4D6-1C35-D8CE5953A3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7EAC186-1E6E-7741-060B-5A009BE5E4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86B3C2-BAEB-4652-8E07-5D99CD591F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288688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F145FE-1715-6E0D-7DF1-A6EEA5C120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F6C34C7-9BC3-F07F-820F-56A1A087C54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05A2E41-F18A-7729-89F3-CA15B3C635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1BEE5F-8EDE-4E4F-844D-F0A965D3CA51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4078B7D-938A-6C51-D636-ABEF530F1A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76A681F-8C52-D50D-A3AC-518FCEAA03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86B3C2-BAEB-4652-8E07-5D99CD591F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41570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3262E25-9B9C-830F-0E83-7691C97F8C6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6677F5E-7D2B-522E-8A1D-DEE52E5ED88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2B4C14-75B6-0B15-DAA9-C5EB9AA40E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1BEE5F-8EDE-4E4F-844D-F0A965D3CA51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CE65175-4779-A3BE-703E-1E5DADFD54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21FC7E4-DE03-0EC6-FBD7-F277CA1015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86B3C2-BAEB-4652-8E07-5D99CD591F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236843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461EC59-DB29-FDD9-9357-739F34F686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62078B7-04B2-479C-2992-B1334320F30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F9E0D3C-C3BA-E3C4-EDC2-83E6CB9AFE3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11BEE5F-8EDE-4E4F-844D-F0A965D3CA51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B612A34-9BD3-31A8-0BB4-0244016F368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99BB80D-E467-D886-41FC-78F09DE3D71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386B3C2-BAEB-4652-8E07-5D99CD591F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53611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B01CAE-D718-F116-C500-9A8F6F36D64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Hibernate 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CD063F6-D22E-C924-58DC-516F84484E4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Entity Manager vs Persistence context</a:t>
            </a:r>
          </a:p>
        </p:txBody>
      </p:sp>
    </p:spTree>
    <p:extLst>
      <p:ext uri="{BB962C8B-B14F-4D97-AF65-F5344CB8AC3E}">
        <p14:creationId xmlns:p14="http://schemas.microsoft.com/office/powerpoint/2010/main" val="46303750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1EA4DD2-C497-D6C0-0410-6494420FF1C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24535" y="1325697"/>
            <a:ext cx="9342930" cy="42066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7367832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362B0F43-EA5B-90BE-ED35-52FEB63E2B4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07346" y="1276163"/>
            <a:ext cx="9777307" cy="43056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9136235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E4875F0-4A81-65B0-8346-D965E1827B2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66618" y="1497162"/>
            <a:ext cx="7658764" cy="38636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812933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FC05176-2378-6C3E-D35E-A0BBC960A38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04806" y="1382852"/>
            <a:ext cx="6782388" cy="40922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2857385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4486616-1607-FBCD-C2EC-32A27E5C10C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62638" y="1363801"/>
            <a:ext cx="9266723" cy="41303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5486193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81FBC1A-0EA2-FC9B-9E15-BBD7DBA6392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38930" y="1230439"/>
            <a:ext cx="8314140" cy="43971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118306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8A294D9-8518-53AB-F6C8-DF5EE7B098A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74154" y="1478111"/>
            <a:ext cx="8443692" cy="39017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927020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CE2E617-86D2-0F1C-3D8A-A80A252EB9D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91173" y="1398094"/>
            <a:ext cx="9609653" cy="40618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708741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5EE94C1-9F61-A50A-5C2D-ED1D0D8A4DD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44603" y="1055164"/>
            <a:ext cx="8702794" cy="47476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7114013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DA7593F-A677-1F94-AE42-AACDCDBFD83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64501" y="1325697"/>
            <a:ext cx="9662997" cy="42066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970749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331FF88D-35E1-E837-2A38-090BCE08B47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26482" y="1386663"/>
            <a:ext cx="8939035" cy="40846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8484846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A0CB56A1-392C-C3F6-001E-1B2EAFA0883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8811" y="1268543"/>
            <a:ext cx="9434378" cy="43209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302757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3C34328-A29C-0EC9-7CF6-D46FCF738C1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190" y="1466680"/>
            <a:ext cx="9449619" cy="39246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0549003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9301E06-CB7E-04B9-DC29-95D13458C17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77880" y="1535266"/>
            <a:ext cx="9236240" cy="37874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087531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77FF94E-5191-B35C-D142-AB03DBCA4FB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53155" y="1558128"/>
            <a:ext cx="8885690" cy="37417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954876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5C5B7E5-2AC9-58A8-9162-E152D9147AF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33087" y="1554317"/>
            <a:ext cx="9525825" cy="37493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829962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211E594-6E5F-0D66-1FCB-CC00000F3C9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09294" y="1516214"/>
            <a:ext cx="9373412" cy="38255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141919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5E45F49-7C12-40A5-39EF-6C16476392B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44518" y="1363801"/>
            <a:ext cx="9502964" cy="41303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817089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5CBEA84-82E8-F26D-7F3A-A908F345FDE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86432" y="1390473"/>
            <a:ext cx="9419136" cy="40770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708893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454</TotalTime>
  <Words>6</Words>
  <Application>Microsoft Office PowerPoint</Application>
  <PresentationFormat>Widescreen</PresentationFormat>
  <Paragraphs>2</Paragraphs>
  <Slides>20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4" baseType="lpstr">
      <vt:lpstr>Aptos</vt:lpstr>
      <vt:lpstr>Aptos Display</vt:lpstr>
      <vt:lpstr>Arial</vt:lpstr>
      <vt:lpstr>Office Theme</vt:lpstr>
      <vt:lpstr>Hibernate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Raviteja Kotla</dc:creator>
  <cp:lastModifiedBy>Raviteja Kotla</cp:lastModifiedBy>
  <cp:revision>1</cp:revision>
  <dcterms:created xsi:type="dcterms:W3CDTF">2026-05-14T03:47:26Z</dcterms:created>
  <dcterms:modified xsi:type="dcterms:W3CDTF">2026-05-14T11:22:17Z</dcterms:modified>
</cp:coreProperties>
</file>